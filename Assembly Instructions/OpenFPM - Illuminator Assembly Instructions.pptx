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99" r:id="rId3"/>
    <p:sldId id="260" r:id="rId4"/>
    <p:sldId id="270" r:id="rId5"/>
    <p:sldId id="286" r:id="rId6"/>
    <p:sldId id="271" r:id="rId7"/>
    <p:sldId id="272" r:id="rId8"/>
    <p:sldId id="273" r:id="rId9"/>
    <p:sldId id="274" r:id="rId10"/>
    <p:sldId id="277" r:id="rId11"/>
    <p:sldId id="278" r:id="rId12"/>
    <p:sldId id="279" r:id="rId13"/>
    <p:sldId id="280" r:id="rId14"/>
    <p:sldId id="281" r:id="rId15"/>
    <p:sldId id="282" r:id="rId16"/>
    <p:sldId id="283" r:id="rId17"/>
    <p:sldId id="284" r:id="rId18"/>
    <p:sldId id="285" r:id="rId19"/>
    <p:sldId id="287" r:id="rId20"/>
    <p:sldId id="288" r:id="rId21"/>
    <p:sldId id="289" r:id="rId22"/>
    <p:sldId id="290" r:id="rId23"/>
    <p:sldId id="291" r:id="rId24"/>
    <p:sldId id="292" r:id="rId25"/>
    <p:sldId id="293" r:id="rId26"/>
    <p:sldId id="295" r:id="rId27"/>
    <p:sldId id="296" r:id="rId28"/>
    <p:sldId id="29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119F6F-980C-46CA-9641-1427D78DEB0F}" v="32" dt="2026-08-11T09:37:41.616"/>
    <p1510:client id="{C66A3CB1-A2EA-4EA1-BC8C-0D95BD9F7F08}" v="17" dt="2026-08-11T10:54:33.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wis Walker" userId="2e452bae-9368-4eb7-95e8-ca7c51b80636" providerId="ADAL" clId="{33E4D643-979A-4C0E-A604-E45DCABE3705}"/>
    <pc:docChg chg="undo redo custSel addSld delSld modSld sldOrd addSection delSection">
      <pc:chgData name="Lewis Walker" userId="2e452bae-9368-4eb7-95e8-ca7c51b80636" providerId="ADAL" clId="{33E4D643-979A-4C0E-A604-E45DCABE3705}" dt="2026-08-11T11:09:59.324" v="7133" actId="20577"/>
      <pc:docMkLst>
        <pc:docMk/>
      </pc:docMkLst>
      <pc:sldChg chg="modSp mod">
        <pc:chgData name="Lewis Walker" userId="2e452bae-9368-4eb7-95e8-ca7c51b80636" providerId="ADAL" clId="{33E4D643-979A-4C0E-A604-E45DCABE3705}" dt="2026-08-11T10:49:23.020" v="6710" actId="20577"/>
        <pc:sldMkLst>
          <pc:docMk/>
          <pc:sldMk cId="3600913267" sldId="256"/>
        </pc:sldMkLst>
        <pc:spChg chg="mod">
          <ac:chgData name="Lewis Walker" userId="2e452bae-9368-4eb7-95e8-ca7c51b80636" providerId="ADAL" clId="{33E4D643-979A-4C0E-A604-E45DCABE3705}" dt="2026-08-11T10:49:23.020" v="6710" actId="20577"/>
          <ac:spMkLst>
            <pc:docMk/>
            <pc:sldMk cId="3600913267" sldId="256"/>
            <ac:spMk id="3" creationId="{987CA31D-7EA1-619C-5A81-9CD5DE1F8A64}"/>
          </ac:spMkLst>
        </pc:spChg>
      </pc:sldChg>
      <pc:sldChg chg="modSp mod">
        <pc:chgData name="Lewis Walker" userId="2e452bae-9368-4eb7-95e8-ca7c51b80636" providerId="ADAL" clId="{33E4D643-979A-4C0E-A604-E45DCABE3705}" dt="2026-08-11T09:56:58.427" v="6567" actId="14100"/>
        <pc:sldMkLst>
          <pc:docMk/>
          <pc:sldMk cId="2407022841" sldId="260"/>
        </pc:sldMkLst>
        <pc:spChg chg="mod">
          <ac:chgData name="Lewis Walker" userId="2e452bae-9368-4eb7-95e8-ca7c51b80636" providerId="ADAL" clId="{33E4D643-979A-4C0E-A604-E45DCABE3705}" dt="2026-08-11T09:56:58.427" v="6567" actId="14100"/>
          <ac:spMkLst>
            <pc:docMk/>
            <pc:sldMk cId="2407022841" sldId="260"/>
            <ac:spMk id="8" creationId="{1641FE4E-49E3-FAAB-861E-D2337675DEF7}"/>
          </ac:spMkLst>
        </pc:spChg>
      </pc:sldChg>
      <pc:sldChg chg="addSp delSp modSp add del mod">
        <pc:chgData name="Lewis Walker" userId="2e452bae-9368-4eb7-95e8-ca7c51b80636" providerId="ADAL" clId="{33E4D643-979A-4C0E-A604-E45DCABE3705}" dt="2026-08-11T10:54:34.498" v="6718" actId="27636"/>
        <pc:sldMkLst>
          <pc:docMk/>
          <pc:sldMk cId="1389464047" sldId="270"/>
        </pc:sldMkLst>
        <pc:spChg chg="add del mod">
          <ac:chgData name="Lewis Walker" userId="2e452bae-9368-4eb7-95e8-ca7c51b80636" providerId="ADAL" clId="{33E4D643-979A-4C0E-A604-E45DCABE3705}" dt="2026-08-11T08:56:30.600" v="5495" actId="478"/>
          <ac:spMkLst>
            <pc:docMk/>
            <pc:sldMk cId="1389464047" sldId="270"/>
            <ac:spMk id="3" creationId="{4193BD29-10B0-49D3-6551-37A1D8C2FDC7}"/>
          </ac:spMkLst>
        </pc:spChg>
        <pc:spChg chg="mod">
          <ac:chgData name="Lewis Walker" userId="2e452bae-9368-4eb7-95e8-ca7c51b80636" providerId="ADAL" clId="{33E4D643-979A-4C0E-A604-E45DCABE3705}" dt="2026-08-11T10:54:34.498" v="6718" actId="27636"/>
          <ac:spMkLst>
            <pc:docMk/>
            <pc:sldMk cId="1389464047" sldId="270"/>
            <ac:spMk id="11" creationId="{E6C6ABF2-CD4D-5D46-85DA-2B1D031C80FB}"/>
          </ac:spMkLst>
        </pc:spChg>
        <pc:picChg chg="mod modCrop">
          <ac:chgData name="Lewis Walker" userId="2e452bae-9368-4eb7-95e8-ca7c51b80636" providerId="ADAL" clId="{33E4D643-979A-4C0E-A604-E45DCABE3705}" dt="2026-08-11T08:57:36.089" v="5507" actId="1076"/>
          <ac:picMkLst>
            <pc:docMk/>
            <pc:sldMk cId="1389464047" sldId="270"/>
            <ac:picMk id="4" creationId="{EE60D92F-FE35-14B9-25D1-5AAB9ABD7479}"/>
          </ac:picMkLst>
        </pc:picChg>
        <pc:picChg chg="add del mod">
          <ac:chgData name="Lewis Walker" userId="2e452bae-9368-4eb7-95e8-ca7c51b80636" providerId="ADAL" clId="{33E4D643-979A-4C0E-A604-E45DCABE3705}" dt="2026-08-11T08:56:27.509" v="5494" actId="478"/>
          <ac:picMkLst>
            <pc:docMk/>
            <pc:sldMk cId="1389464047" sldId="270"/>
            <ac:picMk id="6" creationId="{F897701D-6A8E-9AC6-C0F4-EB708DA138B8}"/>
          </ac:picMkLst>
        </pc:picChg>
        <pc:picChg chg="add mod">
          <ac:chgData name="Lewis Walker" userId="2e452bae-9368-4eb7-95e8-ca7c51b80636" providerId="ADAL" clId="{33E4D643-979A-4C0E-A604-E45DCABE3705}" dt="2026-08-11T08:57:36.089" v="5507" actId="1076"/>
          <ac:picMkLst>
            <pc:docMk/>
            <pc:sldMk cId="1389464047" sldId="270"/>
            <ac:picMk id="8" creationId="{4BC3B1C7-F05B-E97C-DE6D-A6B91484710F}"/>
          </ac:picMkLst>
        </pc:picChg>
      </pc:sldChg>
      <pc:sldChg chg="modSp mod">
        <pc:chgData name="Lewis Walker" userId="2e452bae-9368-4eb7-95e8-ca7c51b80636" providerId="ADAL" clId="{33E4D643-979A-4C0E-A604-E45DCABE3705}" dt="2026-08-11T10:56:07.797" v="6724" actId="20577"/>
        <pc:sldMkLst>
          <pc:docMk/>
          <pc:sldMk cId="3774115242" sldId="271"/>
        </pc:sldMkLst>
        <pc:spChg chg="mod">
          <ac:chgData name="Lewis Walker" userId="2e452bae-9368-4eb7-95e8-ca7c51b80636" providerId="ADAL" clId="{33E4D643-979A-4C0E-A604-E45DCABE3705}" dt="2026-08-11T10:56:07.797" v="6724" actId="20577"/>
          <ac:spMkLst>
            <pc:docMk/>
            <pc:sldMk cId="3774115242" sldId="271"/>
            <ac:spMk id="10" creationId="{41B61F9B-600E-727B-454A-C43EB99AFEAA}"/>
          </ac:spMkLst>
        </pc:spChg>
      </pc:sldChg>
      <pc:sldChg chg="addSp modSp mod">
        <pc:chgData name="Lewis Walker" userId="2e452bae-9368-4eb7-95e8-ca7c51b80636" providerId="ADAL" clId="{33E4D643-979A-4C0E-A604-E45DCABE3705}" dt="2026-08-11T10:56:24.731" v="6725" actId="20577"/>
        <pc:sldMkLst>
          <pc:docMk/>
          <pc:sldMk cId="512064353" sldId="272"/>
        </pc:sldMkLst>
        <pc:spChg chg="add mod">
          <ac:chgData name="Lewis Walker" userId="2e452bae-9368-4eb7-95e8-ca7c51b80636" providerId="ADAL" clId="{33E4D643-979A-4C0E-A604-E45DCABE3705}" dt="2026-08-11T10:56:24.731" v="6725" actId="20577"/>
          <ac:spMkLst>
            <pc:docMk/>
            <pc:sldMk cId="512064353" sldId="272"/>
            <ac:spMk id="3" creationId="{0E5DC045-D2E6-7097-9CD3-387ED0AB1364}"/>
          </ac:spMkLst>
        </pc:spChg>
      </pc:sldChg>
      <pc:sldChg chg="addSp modSp mod">
        <pc:chgData name="Lewis Walker" userId="2e452bae-9368-4eb7-95e8-ca7c51b80636" providerId="ADAL" clId="{33E4D643-979A-4C0E-A604-E45DCABE3705}" dt="2026-08-11T10:56:35.978" v="6726" actId="20577"/>
        <pc:sldMkLst>
          <pc:docMk/>
          <pc:sldMk cId="1536740974" sldId="273"/>
        </pc:sldMkLst>
        <pc:spChg chg="add mod">
          <ac:chgData name="Lewis Walker" userId="2e452bae-9368-4eb7-95e8-ca7c51b80636" providerId="ADAL" clId="{33E4D643-979A-4C0E-A604-E45DCABE3705}" dt="2026-08-11T10:56:35.978" v="6726" actId="20577"/>
          <ac:spMkLst>
            <pc:docMk/>
            <pc:sldMk cId="1536740974" sldId="273"/>
            <ac:spMk id="3" creationId="{1370B8CF-D5A1-58E1-094B-BCF282D96551}"/>
          </ac:spMkLst>
        </pc:spChg>
      </pc:sldChg>
      <pc:sldChg chg="addSp modSp mod">
        <pc:chgData name="Lewis Walker" userId="2e452bae-9368-4eb7-95e8-ca7c51b80636" providerId="ADAL" clId="{33E4D643-979A-4C0E-A604-E45DCABE3705}" dt="2026-08-11T11:04:24.306" v="7069" actId="20577"/>
        <pc:sldMkLst>
          <pc:docMk/>
          <pc:sldMk cId="4220071959" sldId="274"/>
        </pc:sldMkLst>
        <pc:spChg chg="add mod">
          <ac:chgData name="Lewis Walker" userId="2e452bae-9368-4eb7-95e8-ca7c51b80636" providerId="ADAL" clId="{33E4D643-979A-4C0E-A604-E45DCABE3705}" dt="2026-08-11T11:04:24.306" v="7069" actId="20577"/>
          <ac:spMkLst>
            <pc:docMk/>
            <pc:sldMk cId="4220071959" sldId="274"/>
            <ac:spMk id="3" creationId="{B9E60C12-4915-45E6-2641-A6E52B8EB491}"/>
          </ac:spMkLst>
        </pc:spChg>
        <pc:grpChg chg="add mod">
          <ac:chgData name="Lewis Walker" userId="2e452bae-9368-4eb7-95e8-ca7c51b80636" providerId="ADAL" clId="{33E4D643-979A-4C0E-A604-E45DCABE3705}" dt="2026-08-10T10:31:47.332" v="4277" actId="164"/>
          <ac:grpSpMkLst>
            <pc:docMk/>
            <pc:sldMk cId="4220071959" sldId="274"/>
            <ac:grpSpMk id="24" creationId="{572964D7-32A6-3E06-F312-BB39AC00BF65}"/>
          </ac:grpSpMkLst>
        </pc:grpChg>
        <pc:picChg chg="mod">
          <ac:chgData name="Lewis Walker" userId="2e452bae-9368-4eb7-95e8-ca7c51b80636" providerId="ADAL" clId="{33E4D643-979A-4C0E-A604-E45DCABE3705}" dt="2026-08-11T11:01:38.344" v="6955" actId="1076"/>
          <ac:picMkLst>
            <pc:docMk/>
            <pc:sldMk cId="4220071959" sldId="274"/>
            <ac:picMk id="4" creationId="{767CEC11-0BA4-D30D-7902-CC7FFD04F54D}"/>
          </ac:picMkLst>
        </pc:picChg>
        <pc:picChg chg="add mod">
          <ac:chgData name="Lewis Walker" userId="2e452bae-9368-4eb7-95e8-ca7c51b80636" providerId="ADAL" clId="{33E4D643-979A-4C0E-A604-E45DCABE3705}" dt="2026-08-10T10:31:47.332" v="4277" actId="164"/>
          <ac:picMkLst>
            <pc:docMk/>
            <pc:sldMk cId="4220071959" sldId="274"/>
            <ac:picMk id="6" creationId="{8BCC14A7-62C2-034F-2B50-31A4E5A622D0}"/>
          </ac:picMkLst>
        </pc:picChg>
        <pc:cxnChg chg="add mod">
          <ac:chgData name="Lewis Walker" userId="2e452bae-9368-4eb7-95e8-ca7c51b80636" providerId="ADAL" clId="{33E4D643-979A-4C0E-A604-E45DCABE3705}" dt="2026-08-11T09:17:52.057" v="5867" actId="208"/>
          <ac:cxnSpMkLst>
            <pc:docMk/>
            <pc:sldMk cId="4220071959" sldId="274"/>
            <ac:cxnSpMk id="9" creationId="{8CF183EC-8C91-EC1E-B487-1D54EDB01848}"/>
          </ac:cxnSpMkLst>
        </pc:cxnChg>
        <pc:cxnChg chg="add mod">
          <ac:chgData name="Lewis Walker" userId="2e452bae-9368-4eb7-95e8-ca7c51b80636" providerId="ADAL" clId="{33E4D643-979A-4C0E-A604-E45DCABE3705}" dt="2026-08-11T09:17:52.057" v="5867" actId="208"/>
          <ac:cxnSpMkLst>
            <pc:docMk/>
            <pc:sldMk cId="4220071959" sldId="274"/>
            <ac:cxnSpMk id="21" creationId="{6A8E9BB7-438B-36BC-9C77-7E6F1E58D039}"/>
          </ac:cxnSpMkLst>
        </pc:cxnChg>
      </pc:sldChg>
      <pc:sldChg chg="addSp modSp del">
        <pc:chgData name="Lewis Walker" userId="2e452bae-9368-4eb7-95e8-ca7c51b80636" providerId="ADAL" clId="{33E4D643-979A-4C0E-A604-E45DCABE3705}" dt="2026-08-10T10:32:17.885" v="4286" actId="47"/>
        <pc:sldMkLst>
          <pc:docMk/>
          <pc:sldMk cId="1623444653" sldId="275"/>
        </pc:sldMkLst>
        <pc:spChg chg="add mod">
          <ac:chgData name="Lewis Walker" userId="2e452bae-9368-4eb7-95e8-ca7c51b80636" providerId="ADAL" clId="{33E4D643-979A-4C0E-A604-E45DCABE3705}" dt="2026-08-10T10:29:20.413" v="4243"/>
          <ac:spMkLst>
            <pc:docMk/>
            <pc:sldMk cId="1623444653" sldId="275"/>
            <ac:spMk id="3" creationId="{33D48859-C075-24B7-8324-ED27FD5A022E}"/>
          </ac:spMkLst>
        </pc:spChg>
      </pc:sldChg>
      <pc:sldChg chg="del">
        <pc:chgData name="Lewis Walker" userId="2e452bae-9368-4eb7-95e8-ca7c51b80636" providerId="ADAL" clId="{33E4D643-979A-4C0E-A604-E45DCABE3705}" dt="2026-08-10T10:32:28.328" v="4287" actId="47"/>
        <pc:sldMkLst>
          <pc:docMk/>
          <pc:sldMk cId="1082410211" sldId="276"/>
        </pc:sldMkLst>
      </pc:sldChg>
      <pc:sldChg chg="addSp modSp mod">
        <pc:chgData name="Lewis Walker" userId="2e452bae-9368-4eb7-95e8-ca7c51b80636" providerId="ADAL" clId="{33E4D643-979A-4C0E-A604-E45DCABE3705}" dt="2026-08-11T11:02:42.653" v="6985" actId="20577"/>
        <pc:sldMkLst>
          <pc:docMk/>
          <pc:sldMk cId="512197602" sldId="277"/>
        </pc:sldMkLst>
        <pc:spChg chg="mod">
          <ac:chgData name="Lewis Walker" userId="2e452bae-9368-4eb7-95e8-ca7c51b80636" providerId="ADAL" clId="{33E4D643-979A-4C0E-A604-E45DCABE3705}" dt="2026-08-10T10:32:34.577" v="4289" actId="20577"/>
          <ac:spMkLst>
            <pc:docMk/>
            <pc:sldMk cId="512197602" sldId="277"/>
            <ac:spMk id="2" creationId="{9DBFFF7F-5E3C-7948-E2FF-063C1C20D814}"/>
          </ac:spMkLst>
        </pc:spChg>
        <pc:spChg chg="add mod">
          <ac:chgData name="Lewis Walker" userId="2e452bae-9368-4eb7-95e8-ca7c51b80636" providerId="ADAL" clId="{33E4D643-979A-4C0E-A604-E45DCABE3705}" dt="2026-08-11T11:02:42.653" v="6985" actId="20577"/>
          <ac:spMkLst>
            <pc:docMk/>
            <pc:sldMk cId="512197602" sldId="277"/>
            <ac:spMk id="3" creationId="{00E00F4F-E827-4D1D-DED6-2ED24B23F606}"/>
          </ac:spMkLst>
        </pc:spChg>
      </pc:sldChg>
      <pc:sldChg chg="modSp mod">
        <pc:chgData name="Lewis Walker" userId="2e452bae-9368-4eb7-95e8-ca7c51b80636" providerId="ADAL" clId="{33E4D643-979A-4C0E-A604-E45DCABE3705}" dt="2026-08-11T10:36:15.828" v="6583"/>
        <pc:sldMkLst>
          <pc:docMk/>
          <pc:sldMk cId="1084858501" sldId="278"/>
        </pc:sldMkLst>
        <pc:spChg chg="mod">
          <ac:chgData name="Lewis Walker" userId="2e452bae-9368-4eb7-95e8-ca7c51b80636" providerId="ADAL" clId="{33E4D643-979A-4C0E-A604-E45DCABE3705}" dt="2026-08-11T10:36:15.828" v="6583"/>
          <ac:spMkLst>
            <pc:docMk/>
            <pc:sldMk cId="1084858501" sldId="278"/>
            <ac:spMk id="8" creationId="{8598C59E-F632-C905-DAB5-1330EC253532}"/>
          </ac:spMkLst>
        </pc:spChg>
      </pc:sldChg>
      <pc:sldChg chg="addSp delSp modSp mod">
        <pc:chgData name="Lewis Walker" userId="2e452bae-9368-4eb7-95e8-ca7c51b80636" providerId="ADAL" clId="{33E4D643-979A-4C0E-A604-E45DCABE3705}" dt="2026-08-11T11:04:49.379" v="7071" actId="20577"/>
        <pc:sldMkLst>
          <pc:docMk/>
          <pc:sldMk cId="3551541187" sldId="279"/>
        </pc:sldMkLst>
        <pc:spChg chg="add del mod">
          <ac:chgData name="Lewis Walker" userId="2e452bae-9368-4eb7-95e8-ca7c51b80636" providerId="ADAL" clId="{33E4D643-979A-4C0E-A604-E45DCABE3705}" dt="2026-08-10T10:35:20.982" v="4388" actId="478"/>
          <ac:spMkLst>
            <pc:docMk/>
            <pc:sldMk cId="3551541187" sldId="279"/>
            <ac:spMk id="3" creationId="{00B6FA52-23AB-D83A-0768-602757B3F5E7}"/>
          </ac:spMkLst>
        </pc:spChg>
        <pc:spChg chg="add del mod">
          <ac:chgData name="Lewis Walker" userId="2e452bae-9368-4eb7-95e8-ca7c51b80636" providerId="ADAL" clId="{33E4D643-979A-4C0E-A604-E45DCABE3705}" dt="2026-08-10T10:35:24.203" v="4390" actId="478"/>
          <ac:spMkLst>
            <pc:docMk/>
            <pc:sldMk cId="3551541187" sldId="279"/>
            <ac:spMk id="6" creationId="{437387C7-03D7-99A7-5147-263EC683AD21}"/>
          </ac:spMkLst>
        </pc:spChg>
        <pc:spChg chg="add mod">
          <ac:chgData name="Lewis Walker" userId="2e452bae-9368-4eb7-95e8-ca7c51b80636" providerId="ADAL" clId="{33E4D643-979A-4C0E-A604-E45DCABE3705}" dt="2026-08-11T11:04:49.379" v="7071" actId="20577"/>
          <ac:spMkLst>
            <pc:docMk/>
            <pc:sldMk cId="3551541187" sldId="279"/>
            <ac:spMk id="8" creationId="{4D15972C-BF78-36FC-7265-B8431F7609D4}"/>
          </ac:spMkLst>
        </pc:spChg>
      </pc:sldChg>
      <pc:sldChg chg="addSp modSp mod">
        <pc:chgData name="Lewis Walker" userId="2e452bae-9368-4eb7-95e8-ca7c51b80636" providerId="ADAL" clId="{33E4D643-979A-4C0E-A604-E45DCABE3705}" dt="2026-08-11T09:17:41.950" v="5866" actId="1582"/>
        <pc:sldMkLst>
          <pc:docMk/>
          <pc:sldMk cId="2821440085" sldId="280"/>
        </pc:sldMkLst>
        <pc:spChg chg="add mod">
          <ac:chgData name="Lewis Walker" userId="2e452bae-9368-4eb7-95e8-ca7c51b80636" providerId="ADAL" clId="{33E4D643-979A-4C0E-A604-E45DCABE3705}" dt="2026-08-11T09:00:02.257" v="5509" actId="12"/>
          <ac:spMkLst>
            <pc:docMk/>
            <pc:sldMk cId="2821440085" sldId="280"/>
            <ac:spMk id="4" creationId="{B121D24A-8322-54F7-249E-DA0C2B893D9F}"/>
          </ac:spMkLst>
        </pc:spChg>
        <pc:spChg chg="add mod">
          <ac:chgData name="Lewis Walker" userId="2e452bae-9368-4eb7-95e8-ca7c51b80636" providerId="ADAL" clId="{33E4D643-979A-4C0E-A604-E45DCABE3705}" dt="2026-08-11T09:17:41.950" v="5866" actId="1582"/>
          <ac:spMkLst>
            <pc:docMk/>
            <pc:sldMk cId="2821440085" sldId="280"/>
            <ac:spMk id="5" creationId="{C6FFBDEE-A5B5-50BF-84BF-13A6FFDDFA5F}"/>
          </ac:spMkLst>
        </pc:spChg>
        <pc:grpChg chg="add mod">
          <ac:chgData name="Lewis Walker" userId="2e452bae-9368-4eb7-95e8-ca7c51b80636" providerId="ADAL" clId="{33E4D643-979A-4C0E-A604-E45DCABE3705}" dt="2026-08-10T10:36:59.897" v="4465" actId="164"/>
          <ac:grpSpMkLst>
            <pc:docMk/>
            <pc:sldMk cId="2821440085" sldId="280"/>
            <ac:grpSpMk id="7" creationId="{CCB18601-57B9-3119-9997-A25C4BEB6672}"/>
          </ac:grpSpMkLst>
        </pc:grpChg>
        <pc:picChg chg="mod">
          <ac:chgData name="Lewis Walker" userId="2e452bae-9368-4eb7-95e8-ca7c51b80636" providerId="ADAL" clId="{33E4D643-979A-4C0E-A604-E45DCABE3705}" dt="2026-08-10T10:36:59.897" v="4465" actId="164"/>
          <ac:picMkLst>
            <pc:docMk/>
            <pc:sldMk cId="2821440085" sldId="280"/>
            <ac:picMk id="6" creationId="{8A04C959-58D4-9BF3-8555-8214BBBFBEF8}"/>
          </ac:picMkLst>
        </pc:picChg>
      </pc:sldChg>
      <pc:sldChg chg="addSp modSp mod">
        <pc:chgData name="Lewis Walker" userId="2e452bae-9368-4eb7-95e8-ca7c51b80636" providerId="ADAL" clId="{33E4D643-979A-4C0E-A604-E45DCABE3705}" dt="2026-08-11T11:05:21.849" v="7078" actId="20577"/>
        <pc:sldMkLst>
          <pc:docMk/>
          <pc:sldMk cId="2845746471" sldId="281"/>
        </pc:sldMkLst>
        <pc:spChg chg="add mod">
          <ac:chgData name="Lewis Walker" userId="2e452bae-9368-4eb7-95e8-ca7c51b80636" providerId="ADAL" clId="{33E4D643-979A-4C0E-A604-E45DCABE3705}" dt="2026-08-11T11:05:21.849" v="7078" actId="20577"/>
          <ac:spMkLst>
            <pc:docMk/>
            <pc:sldMk cId="2845746471" sldId="281"/>
            <ac:spMk id="5" creationId="{20DF1476-CEBF-9C6C-CF38-C1B40B11472F}"/>
          </ac:spMkLst>
        </pc:spChg>
      </pc:sldChg>
      <pc:sldChg chg="addSp delSp modSp mod modShow">
        <pc:chgData name="Lewis Walker" userId="2e452bae-9368-4eb7-95e8-ca7c51b80636" providerId="ADAL" clId="{33E4D643-979A-4C0E-A604-E45DCABE3705}" dt="2026-08-11T10:10:27.618" v="6570" actId="34476"/>
        <pc:sldMkLst>
          <pc:docMk/>
          <pc:sldMk cId="1254872567" sldId="282"/>
        </pc:sldMkLst>
        <pc:spChg chg="mod">
          <ac:chgData name="Lewis Walker" userId="2e452bae-9368-4eb7-95e8-ca7c51b80636" providerId="ADAL" clId="{33E4D643-979A-4C0E-A604-E45DCABE3705}" dt="2026-08-10T10:39:21.185" v="4685" actId="20577"/>
          <ac:spMkLst>
            <pc:docMk/>
            <pc:sldMk cId="1254872567" sldId="282"/>
            <ac:spMk id="2" creationId="{36C96C1C-749C-F327-13CC-2A2C5AD66F23}"/>
          </ac:spMkLst>
        </pc:spChg>
        <pc:spChg chg="add mod">
          <ac:chgData name="Lewis Walker" userId="2e452bae-9368-4eb7-95e8-ca7c51b80636" providerId="ADAL" clId="{33E4D643-979A-4C0E-A604-E45DCABE3705}" dt="2026-08-11T09:00:19.551" v="5511" actId="12"/>
          <ac:spMkLst>
            <pc:docMk/>
            <pc:sldMk cId="1254872567" sldId="282"/>
            <ac:spMk id="5" creationId="{3EFEB505-1657-0910-6D42-53A146DDB689}"/>
          </ac:spMkLst>
        </pc:spChg>
        <pc:picChg chg="del mod">
          <ac:chgData name="Lewis Walker" userId="2e452bae-9368-4eb7-95e8-ca7c51b80636" providerId="ADAL" clId="{33E4D643-979A-4C0E-A604-E45DCABE3705}" dt="2026-08-11T09:35:11.540" v="6144" actId="478"/>
          <ac:picMkLst>
            <pc:docMk/>
            <pc:sldMk cId="1254872567" sldId="282"/>
            <ac:picMk id="4" creationId="{C075F5EB-8434-7BF7-112C-6F8407B0EC5C}"/>
          </ac:picMkLst>
        </pc:picChg>
        <pc:picChg chg="add mod ord modCrop">
          <ac:chgData name="Lewis Walker" userId="2e452bae-9368-4eb7-95e8-ca7c51b80636" providerId="ADAL" clId="{33E4D643-979A-4C0E-A604-E45DCABE3705}" dt="2026-08-11T09:35:09.951" v="6143" actId="167"/>
          <ac:picMkLst>
            <pc:docMk/>
            <pc:sldMk cId="1254872567" sldId="282"/>
            <ac:picMk id="6" creationId="{531DC50D-972D-86C7-F8B1-D30BDF552432}"/>
          </ac:picMkLst>
        </pc:picChg>
        <pc:picChg chg="del mod">
          <ac:chgData name="Lewis Walker" userId="2e452bae-9368-4eb7-95e8-ca7c51b80636" providerId="ADAL" clId="{33E4D643-979A-4C0E-A604-E45DCABE3705}" dt="2026-08-11T09:35:13.929" v="6145" actId="478"/>
          <ac:picMkLst>
            <pc:docMk/>
            <pc:sldMk cId="1254872567" sldId="282"/>
            <ac:picMk id="7" creationId="{44246C86-2FA1-B36C-B85E-AC496EED552F}"/>
          </ac:picMkLst>
        </pc:picChg>
        <pc:picChg chg="del mod">
          <ac:chgData name="Lewis Walker" userId="2e452bae-9368-4eb7-95e8-ca7c51b80636" providerId="ADAL" clId="{33E4D643-979A-4C0E-A604-E45DCABE3705}" dt="2026-08-11T09:35:19.269" v="6146" actId="478"/>
          <ac:picMkLst>
            <pc:docMk/>
            <pc:sldMk cId="1254872567" sldId="282"/>
            <ac:picMk id="9" creationId="{D738740C-3D20-EE32-7677-7441A40FB366}"/>
          </ac:picMkLst>
        </pc:picChg>
        <pc:picChg chg="add mod modCrop">
          <ac:chgData name="Lewis Walker" userId="2e452bae-9368-4eb7-95e8-ca7c51b80636" providerId="ADAL" clId="{33E4D643-979A-4C0E-A604-E45DCABE3705}" dt="2026-08-11T09:36:03.557" v="6154" actId="693"/>
          <ac:picMkLst>
            <pc:docMk/>
            <pc:sldMk cId="1254872567" sldId="282"/>
            <ac:picMk id="10" creationId="{A4446916-818C-B67D-A4D2-173D550B2D9D}"/>
          </ac:picMkLst>
        </pc:picChg>
        <pc:picChg chg="add mod">
          <ac:chgData name="Lewis Walker" userId="2e452bae-9368-4eb7-95e8-ca7c51b80636" providerId="ADAL" clId="{33E4D643-979A-4C0E-A604-E45DCABE3705}" dt="2026-08-11T09:36:16.596" v="6160" actId="1076"/>
          <ac:picMkLst>
            <pc:docMk/>
            <pc:sldMk cId="1254872567" sldId="282"/>
            <ac:picMk id="12" creationId="{D92F2A3E-6609-9D8B-09F0-52B5D3A146DB}"/>
          </ac:picMkLst>
        </pc:picChg>
      </pc:sldChg>
      <pc:sldChg chg="addSp delSp modSp mod modShow">
        <pc:chgData name="Lewis Walker" userId="2e452bae-9368-4eb7-95e8-ca7c51b80636" providerId="ADAL" clId="{33E4D643-979A-4C0E-A604-E45DCABE3705}" dt="2026-08-11T10:10:24.596" v="6569" actId="34476"/>
        <pc:sldMkLst>
          <pc:docMk/>
          <pc:sldMk cId="1620454914" sldId="283"/>
        </pc:sldMkLst>
        <pc:spChg chg="add mod">
          <ac:chgData name="Lewis Walker" userId="2e452bae-9368-4eb7-95e8-ca7c51b80636" providerId="ADAL" clId="{33E4D643-979A-4C0E-A604-E45DCABE3705}" dt="2026-08-11T09:09:19.950" v="5567" actId="20577"/>
          <ac:spMkLst>
            <pc:docMk/>
            <pc:sldMk cId="1620454914" sldId="283"/>
            <ac:spMk id="5" creationId="{4BB3DCE6-F3FE-063F-6960-532E55956B19}"/>
          </ac:spMkLst>
        </pc:spChg>
        <pc:picChg chg="del mod">
          <ac:chgData name="Lewis Walker" userId="2e452bae-9368-4eb7-95e8-ca7c51b80636" providerId="ADAL" clId="{33E4D643-979A-4C0E-A604-E45DCABE3705}" dt="2026-08-11T09:33:33.609" v="6116" actId="478"/>
          <ac:picMkLst>
            <pc:docMk/>
            <pc:sldMk cId="1620454914" sldId="283"/>
            <ac:picMk id="4" creationId="{60FB26EA-D3FA-4F38-52AA-91F8E390EB07}"/>
          </ac:picMkLst>
        </pc:picChg>
        <pc:picChg chg="add mod">
          <ac:chgData name="Lewis Walker" userId="2e452bae-9368-4eb7-95e8-ca7c51b80636" providerId="ADAL" clId="{33E4D643-979A-4C0E-A604-E45DCABE3705}" dt="2026-08-11T09:33:44.247" v="6120" actId="1076"/>
          <ac:picMkLst>
            <pc:docMk/>
            <pc:sldMk cId="1620454914" sldId="283"/>
            <ac:picMk id="6" creationId="{821F91BF-E055-65C7-D7D4-4936852B5C66}"/>
          </ac:picMkLst>
        </pc:picChg>
        <pc:picChg chg="del mod">
          <ac:chgData name="Lewis Walker" userId="2e452bae-9368-4eb7-95e8-ca7c51b80636" providerId="ADAL" clId="{33E4D643-979A-4C0E-A604-E45DCABE3705}" dt="2026-08-11T09:33:37.129" v="6117" actId="478"/>
          <ac:picMkLst>
            <pc:docMk/>
            <pc:sldMk cId="1620454914" sldId="283"/>
            <ac:picMk id="7" creationId="{52F7A3D9-80E3-2170-7950-72B764273D4F}"/>
          </ac:picMkLst>
        </pc:picChg>
        <pc:picChg chg="add del">
          <ac:chgData name="Lewis Walker" userId="2e452bae-9368-4eb7-95e8-ca7c51b80636" providerId="ADAL" clId="{33E4D643-979A-4C0E-A604-E45DCABE3705}" dt="2026-08-10T10:41:34.123" v="4877" actId="22"/>
          <ac:picMkLst>
            <pc:docMk/>
            <pc:sldMk cId="1620454914" sldId="283"/>
            <ac:picMk id="8" creationId="{B7FA5835-2D33-50A6-2E45-1EB8E72C555B}"/>
          </ac:picMkLst>
        </pc:picChg>
        <pc:picChg chg="add mod modCrop">
          <ac:chgData name="Lewis Walker" userId="2e452bae-9368-4eb7-95e8-ca7c51b80636" providerId="ADAL" clId="{33E4D643-979A-4C0E-A604-E45DCABE3705}" dt="2026-08-11T09:34:14.964" v="6129" actId="693"/>
          <ac:picMkLst>
            <pc:docMk/>
            <pc:sldMk cId="1620454914" sldId="283"/>
            <ac:picMk id="9" creationId="{A10186EB-F50D-D4B7-1416-629790660B22}"/>
          </ac:picMkLst>
        </pc:picChg>
        <pc:picChg chg="del mod">
          <ac:chgData name="Lewis Walker" userId="2e452bae-9368-4eb7-95e8-ca7c51b80636" providerId="ADAL" clId="{33E4D643-979A-4C0E-A604-E45DCABE3705}" dt="2026-08-11T09:33:46.702" v="6121" actId="478"/>
          <ac:picMkLst>
            <pc:docMk/>
            <pc:sldMk cId="1620454914" sldId="283"/>
            <ac:picMk id="11" creationId="{815C4C7D-18BC-B274-8EF1-6333F00CAD23}"/>
          </ac:picMkLst>
        </pc:picChg>
        <pc:picChg chg="add mod">
          <ac:chgData name="Lewis Walker" userId="2e452bae-9368-4eb7-95e8-ca7c51b80636" providerId="ADAL" clId="{33E4D643-979A-4C0E-A604-E45DCABE3705}" dt="2026-08-11T09:34:28.732" v="6134" actId="14100"/>
          <ac:picMkLst>
            <pc:docMk/>
            <pc:sldMk cId="1620454914" sldId="283"/>
            <ac:picMk id="12" creationId="{DE8ADA43-5E53-268C-A423-967DFD60F0A0}"/>
          </ac:picMkLst>
        </pc:picChg>
      </pc:sldChg>
      <pc:sldChg chg="addSp delSp modSp mod modShow">
        <pc:chgData name="Lewis Walker" userId="2e452bae-9368-4eb7-95e8-ca7c51b80636" providerId="ADAL" clId="{33E4D643-979A-4C0E-A604-E45DCABE3705}" dt="2026-08-11T11:07:14.118" v="7122" actId="20577"/>
        <pc:sldMkLst>
          <pc:docMk/>
          <pc:sldMk cId="3801599180" sldId="284"/>
        </pc:sldMkLst>
        <pc:spChg chg="add mod">
          <ac:chgData name="Lewis Walker" userId="2e452bae-9368-4eb7-95e8-ca7c51b80636" providerId="ADAL" clId="{33E4D643-979A-4C0E-A604-E45DCABE3705}" dt="2026-08-11T11:07:14.118" v="7122" actId="20577"/>
          <ac:spMkLst>
            <pc:docMk/>
            <pc:sldMk cId="3801599180" sldId="284"/>
            <ac:spMk id="5" creationId="{0CD12611-B43C-2252-F8D0-39647F639366}"/>
          </ac:spMkLst>
        </pc:spChg>
        <pc:picChg chg="del">
          <ac:chgData name="Lewis Walker" userId="2e452bae-9368-4eb7-95e8-ca7c51b80636" providerId="ADAL" clId="{33E4D643-979A-4C0E-A604-E45DCABE3705}" dt="2026-08-11T09:33:08.054" v="6112" actId="478"/>
          <ac:picMkLst>
            <pc:docMk/>
            <pc:sldMk cId="3801599180" sldId="284"/>
            <ac:picMk id="4" creationId="{AB0F5E05-C8CD-C662-C9C1-944CDB42841C}"/>
          </ac:picMkLst>
        </pc:picChg>
        <pc:picChg chg="add mod modCrop">
          <ac:chgData name="Lewis Walker" userId="2e452bae-9368-4eb7-95e8-ca7c51b80636" providerId="ADAL" clId="{33E4D643-979A-4C0E-A604-E45DCABE3705}" dt="2026-08-11T09:33:11.088" v="6113" actId="14100"/>
          <ac:picMkLst>
            <pc:docMk/>
            <pc:sldMk cId="3801599180" sldId="284"/>
            <ac:picMk id="7" creationId="{2AE6F609-9323-427B-3BA1-5787D73713E5}"/>
          </ac:picMkLst>
        </pc:picChg>
      </pc:sldChg>
      <pc:sldChg chg="addSp modSp mod">
        <pc:chgData name="Lewis Walker" userId="2e452bae-9368-4eb7-95e8-ca7c51b80636" providerId="ADAL" clId="{33E4D643-979A-4C0E-A604-E45DCABE3705}" dt="2026-08-11T09:12:28.021" v="5662" actId="12"/>
        <pc:sldMkLst>
          <pc:docMk/>
          <pc:sldMk cId="3376220530" sldId="285"/>
        </pc:sldMkLst>
        <pc:spChg chg="add mod">
          <ac:chgData name="Lewis Walker" userId="2e452bae-9368-4eb7-95e8-ca7c51b80636" providerId="ADAL" clId="{33E4D643-979A-4C0E-A604-E45DCABE3705}" dt="2026-08-11T09:12:28.021" v="5662" actId="12"/>
          <ac:spMkLst>
            <pc:docMk/>
            <pc:sldMk cId="3376220530" sldId="285"/>
            <ac:spMk id="3" creationId="{216500D7-1C07-96DD-FA51-2DBB492DCC9D}"/>
          </ac:spMkLst>
        </pc:spChg>
      </pc:sldChg>
      <pc:sldChg chg="modSp mod">
        <pc:chgData name="Lewis Walker" userId="2e452bae-9368-4eb7-95e8-ca7c51b80636" providerId="ADAL" clId="{33E4D643-979A-4C0E-A604-E45DCABE3705}" dt="2026-08-11T08:38:33.277" v="5242" actId="14100"/>
        <pc:sldMkLst>
          <pc:docMk/>
          <pc:sldMk cId="1466766652" sldId="286"/>
        </pc:sldMkLst>
        <pc:spChg chg="mod">
          <ac:chgData name="Lewis Walker" userId="2e452bae-9368-4eb7-95e8-ca7c51b80636" providerId="ADAL" clId="{33E4D643-979A-4C0E-A604-E45DCABE3705}" dt="2026-08-10T10:34:03.991" v="4372" actId="20577"/>
          <ac:spMkLst>
            <pc:docMk/>
            <pc:sldMk cId="1466766652" sldId="286"/>
            <ac:spMk id="2" creationId="{12EF719E-F349-E9B9-5C56-F27504DDD308}"/>
          </ac:spMkLst>
        </pc:spChg>
        <pc:spChg chg="mod">
          <ac:chgData name="Lewis Walker" userId="2e452bae-9368-4eb7-95e8-ca7c51b80636" providerId="ADAL" clId="{33E4D643-979A-4C0E-A604-E45DCABE3705}" dt="2026-08-11T08:38:26.966" v="5241" actId="27636"/>
          <ac:spMkLst>
            <pc:docMk/>
            <pc:sldMk cId="1466766652" sldId="286"/>
            <ac:spMk id="8" creationId="{9BC58EDA-4C35-19E0-0343-98963BECB474}"/>
          </ac:spMkLst>
        </pc:spChg>
        <pc:picChg chg="mod">
          <ac:chgData name="Lewis Walker" userId="2e452bae-9368-4eb7-95e8-ca7c51b80636" providerId="ADAL" clId="{33E4D643-979A-4C0E-A604-E45DCABE3705}" dt="2026-08-11T08:38:33.277" v="5242" actId="14100"/>
          <ac:picMkLst>
            <pc:docMk/>
            <pc:sldMk cId="1466766652" sldId="286"/>
            <ac:picMk id="4" creationId="{4F1BA1A9-9386-20F3-EB70-8CE0750587C0}"/>
          </ac:picMkLst>
        </pc:picChg>
      </pc:sldChg>
      <pc:sldChg chg="modSp">
        <pc:chgData name="Lewis Walker" userId="2e452bae-9368-4eb7-95e8-ca7c51b80636" providerId="ADAL" clId="{33E4D643-979A-4C0E-A604-E45DCABE3705}" dt="2026-08-11T10:36:44.484" v="6585"/>
        <pc:sldMkLst>
          <pc:docMk/>
          <pc:sldMk cId="179090452" sldId="287"/>
        </pc:sldMkLst>
        <pc:spChg chg="mod">
          <ac:chgData name="Lewis Walker" userId="2e452bae-9368-4eb7-95e8-ca7c51b80636" providerId="ADAL" clId="{33E4D643-979A-4C0E-A604-E45DCABE3705}" dt="2026-08-11T10:36:44.484" v="6585"/>
          <ac:spMkLst>
            <pc:docMk/>
            <pc:sldMk cId="179090452" sldId="287"/>
            <ac:spMk id="8" creationId="{9B3BE794-8DB2-A99A-2C37-25AB8E8AAF08}"/>
          </ac:spMkLst>
        </pc:spChg>
      </pc:sldChg>
      <pc:sldChg chg="addSp modSp mod">
        <pc:chgData name="Lewis Walker" userId="2e452bae-9368-4eb7-95e8-ca7c51b80636" providerId="ADAL" clId="{33E4D643-979A-4C0E-A604-E45DCABE3705}" dt="2026-08-11T10:37:05.388" v="6610" actId="20577"/>
        <pc:sldMkLst>
          <pc:docMk/>
          <pc:sldMk cId="13435110" sldId="288"/>
        </pc:sldMkLst>
        <pc:spChg chg="add mod">
          <ac:chgData name="Lewis Walker" userId="2e452bae-9368-4eb7-95e8-ca7c51b80636" providerId="ADAL" clId="{33E4D643-979A-4C0E-A604-E45DCABE3705}" dt="2026-08-11T10:37:05.388" v="6610" actId="20577"/>
          <ac:spMkLst>
            <pc:docMk/>
            <pc:sldMk cId="13435110" sldId="288"/>
            <ac:spMk id="3" creationId="{5998DA33-1A10-5537-996C-DC99C904C5BE}"/>
          </ac:spMkLst>
        </pc:spChg>
      </pc:sldChg>
      <pc:sldChg chg="addSp modSp mod">
        <pc:chgData name="Lewis Walker" userId="2e452bae-9368-4eb7-95e8-ca7c51b80636" providerId="ADAL" clId="{33E4D643-979A-4C0E-A604-E45DCABE3705}" dt="2026-08-11T09:13:50.421" v="5742" actId="20577"/>
        <pc:sldMkLst>
          <pc:docMk/>
          <pc:sldMk cId="2173574370" sldId="289"/>
        </pc:sldMkLst>
        <pc:spChg chg="add mod">
          <ac:chgData name="Lewis Walker" userId="2e452bae-9368-4eb7-95e8-ca7c51b80636" providerId="ADAL" clId="{33E4D643-979A-4C0E-A604-E45DCABE3705}" dt="2026-08-11T09:13:50.421" v="5742" actId="20577"/>
          <ac:spMkLst>
            <pc:docMk/>
            <pc:sldMk cId="2173574370" sldId="289"/>
            <ac:spMk id="3" creationId="{BCBF0CB9-1499-F6D5-89BC-515405CF892E}"/>
          </ac:spMkLst>
        </pc:spChg>
      </pc:sldChg>
      <pc:sldChg chg="addSp delSp modSp mod">
        <pc:chgData name="Lewis Walker" userId="2e452bae-9368-4eb7-95e8-ca7c51b80636" providerId="ADAL" clId="{33E4D643-979A-4C0E-A604-E45DCABE3705}" dt="2026-08-11T10:37:34.405" v="6622" actId="20577"/>
        <pc:sldMkLst>
          <pc:docMk/>
          <pc:sldMk cId="394956445" sldId="290"/>
        </pc:sldMkLst>
        <pc:spChg chg="add mod">
          <ac:chgData name="Lewis Walker" userId="2e452bae-9368-4eb7-95e8-ca7c51b80636" providerId="ADAL" clId="{33E4D643-979A-4C0E-A604-E45DCABE3705}" dt="2026-08-11T10:37:34.405" v="6622" actId="20577"/>
          <ac:spMkLst>
            <pc:docMk/>
            <pc:sldMk cId="394956445" sldId="290"/>
            <ac:spMk id="3" creationId="{A503710B-4531-355A-AFF2-EAB88E20659E}"/>
          </ac:spMkLst>
        </pc:spChg>
        <pc:grpChg chg="add mod">
          <ac:chgData name="Lewis Walker" userId="2e452bae-9368-4eb7-95e8-ca7c51b80636" providerId="ADAL" clId="{33E4D643-979A-4C0E-A604-E45DCABE3705}" dt="2026-08-11T09:16:10.790" v="5765" actId="164"/>
          <ac:grpSpMkLst>
            <pc:docMk/>
            <pc:sldMk cId="394956445" sldId="290"/>
            <ac:grpSpMk id="22" creationId="{172BD56D-6547-9258-F19E-B07B4AFE6311}"/>
          </ac:grpSpMkLst>
        </pc:grpChg>
        <pc:picChg chg="mod">
          <ac:chgData name="Lewis Walker" userId="2e452bae-9368-4eb7-95e8-ca7c51b80636" providerId="ADAL" clId="{33E4D643-979A-4C0E-A604-E45DCABE3705}" dt="2026-08-11T09:16:10.790" v="5765" actId="164"/>
          <ac:picMkLst>
            <pc:docMk/>
            <pc:sldMk cId="394956445" sldId="290"/>
            <ac:picMk id="4" creationId="{8CF3CAD5-5B60-FC60-9867-CF5141A040AB}"/>
          </ac:picMkLst>
        </pc:picChg>
        <pc:cxnChg chg="add del mod">
          <ac:chgData name="Lewis Walker" userId="2e452bae-9368-4eb7-95e8-ca7c51b80636" providerId="ADAL" clId="{33E4D643-979A-4C0E-A604-E45DCABE3705}" dt="2026-08-11T09:14:47.232" v="5747" actId="478"/>
          <ac:cxnSpMkLst>
            <pc:docMk/>
            <pc:sldMk cId="394956445" sldId="290"/>
            <ac:cxnSpMk id="5" creationId="{E73A3DC9-595F-67EB-311B-4A5580BF0177}"/>
          </ac:cxnSpMkLst>
        </pc:cxnChg>
        <pc:cxnChg chg="add del mod">
          <ac:chgData name="Lewis Walker" userId="2e452bae-9368-4eb7-95e8-ca7c51b80636" providerId="ADAL" clId="{33E4D643-979A-4C0E-A604-E45DCABE3705}" dt="2026-08-11T09:14:47.232" v="5747" actId="478"/>
          <ac:cxnSpMkLst>
            <pc:docMk/>
            <pc:sldMk cId="394956445" sldId="290"/>
            <ac:cxnSpMk id="6" creationId="{B4AE0912-4404-17F4-B209-1715C66A2BCE}"/>
          </ac:cxnSpMkLst>
        </pc:cxnChg>
        <pc:cxnChg chg="add mod">
          <ac:chgData name="Lewis Walker" userId="2e452bae-9368-4eb7-95e8-ca7c51b80636" providerId="ADAL" clId="{33E4D643-979A-4C0E-A604-E45DCABE3705}" dt="2026-08-11T09:17:24.691" v="5864" actId="208"/>
          <ac:cxnSpMkLst>
            <pc:docMk/>
            <pc:sldMk cId="394956445" sldId="290"/>
            <ac:cxnSpMk id="11" creationId="{47D84FDE-5320-D670-7FFF-B632F2424E2C}"/>
          </ac:cxnSpMkLst>
        </pc:cxnChg>
        <pc:cxnChg chg="add mod">
          <ac:chgData name="Lewis Walker" userId="2e452bae-9368-4eb7-95e8-ca7c51b80636" providerId="ADAL" clId="{33E4D643-979A-4C0E-A604-E45DCABE3705}" dt="2026-08-11T09:17:24.691" v="5864" actId="208"/>
          <ac:cxnSpMkLst>
            <pc:docMk/>
            <pc:sldMk cId="394956445" sldId="290"/>
            <ac:cxnSpMk id="15" creationId="{D9B3EB1E-6107-25F8-9AD6-23F18B7BD98D}"/>
          </ac:cxnSpMkLst>
        </pc:cxnChg>
        <pc:cxnChg chg="add mod">
          <ac:chgData name="Lewis Walker" userId="2e452bae-9368-4eb7-95e8-ca7c51b80636" providerId="ADAL" clId="{33E4D643-979A-4C0E-A604-E45DCABE3705}" dt="2026-08-11T09:17:24.691" v="5864" actId="208"/>
          <ac:cxnSpMkLst>
            <pc:docMk/>
            <pc:sldMk cId="394956445" sldId="290"/>
            <ac:cxnSpMk id="19" creationId="{3EF30100-9D17-0044-1573-39A83FBC542F}"/>
          </ac:cxnSpMkLst>
        </pc:cxnChg>
      </pc:sldChg>
      <pc:sldChg chg="addSp modSp mod">
        <pc:chgData name="Lewis Walker" userId="2e452bae-9368-4eb7-95e8-ca7c51b80636" providerId="ADAL" clId="{33E4D643-979A-4C0E-A604-E45DCABE3705}" dt="2026-08-11T09:20:17.942" v="6023" actId="20577"/>
        <pc:sldMkLst>
          <pc:docMk/>
          <pc:sldMk cId="2876057823" sldId="291"/>
        </pc:sldMkLst>
        <pc:spChg chg="add mod">
          <ac:chgData name="Lewis Walker" userId="2e452bae-9368-4eb7-95e8-ca7c51b80636" providerId="ADAL" clId="{33E4D643-979A-4C0E-A604-E45DCABE3705}" dt="2026-08-11T09:20:17.942" v="6023" actId="20577"/>
          <ac:spMkLst>
            <pc:docMk/>
            <pc:sldMk cId="2876057823" sldId="291"/>
            <ac:spMk id="3" creationId="{19E6FDF4-D8B2-5F3D-CC66-0E8169BEBCBB}"/>
          </ac:spMkLst>
        </pc:spChg>
      </pc:sldChg>
      <pc:sldChg chg="modSp mod">
        <pc:chgData name="Lewis Walker" userId="2e452bae-9368-4eb7-95e8-ca7c51b80636" providerId="ADAL" clId="{33E4D643-979A-4C0E-A604-E45DCABE3705}" dt="2026-08-11T09:21:04.125" v="6046" actId="20577"/>
        <pc:sldMkLst>
          <pc:docMk/>
          <pc:sldMk cId="3092069834" sldId="292"/>
        </pc:sldMkLst>
        <pc:spChg chg="mod">
          <ac:chgData name="Lewis Walker" userId="2e452bae-9368-4eb7-95e8-ca7c51b80636" providerId="ADAL" clId="{33E4D643-979A-4C0E-A604-E45DCABE3705}" dt="2026-08-11T09:21:04.125" v="6046" actId="20577"/>
          <ac:spMkLst>
            <pc:docMk/>
            <pc:sldMk cId="3092069834" sldId="292"/>
            <ac:spMk id="8" creationId="{4927812F-B272-CE91-1F94-E9479520CF17}"/>
          </ac:spMkLst>
        </pc:spChg>
      </pc:sldChg>
      <pc:sldChg chg="addSp delSp modSp mod">
        <pc:chgData name="Lewis Walker" userId="2e452bae-9368-4eb7-95e8-ca7c51b80636" providerId="ADAL" clId="{33E4D643-979A-4C0E-A604-E45DCABE3705}" dt="2026-08-11T09:22:15.947" v="6099" actId="22"/>
        <pc:sldMkLst>
          <pc:docMk/>
          <pc:sldMk cId="357079583" sldId="293"/>
        </pc:sldMkLst>
        <pc:spChg chg="add mod">
          <ac:chgData name="Lewis Walker" userId="2e452bae-9368-4eb7-95e8-ca7c51b80636" providerId="ADAL" clId="{33E4D643-979A-4C0E-A604-E45DCABE3705}" dt="2026-08-11T09:21:53.766" v="6097" actId="20577"/>
          <ac:spMkLst>
            <pc:docMk/>
            <pc:sldMk cId="357079583" sldId="293"/>
            <ac:spMk id="3" creationId="{94D6AF19-E86A-23A9-F1A6-67FC50553612}"/>
          </ac:spMkLst>
        </pc:spChg>
        <pc:picChg chg="del">
          <ac:chgData name="Lewis Walker" userId="2e452bae-9368-4eb7-95e8-ca7c51b80636" providerId="ADAL" clId="{33E4D643-979A-4C0E-A604-E45DCABE3705}" dt="2026-08-11T09:22:15.657" v="6098" actId="478"/>
          <ac:picMkLst>
            <pc:docMk/>
            <pc:sldMk cId="357079583" sldId="293"/>
            <ac:picMk id="4" creationId="{E88AD1DB-DD63-ED8B-642A-80C6CADAC5EE}"/>
          </ac:picMkLst>
        </pc:picChg>
        <pc:picChg chg="add">
          <ac:chgData name="Lewis Walker" userId="2e452bae-9368-4eb7-95e8-ca7c51b80636" providerId="ADAL" clId="{33E4D643-979A-4C0E-A604-E45DCABE3705}" dt="2026-08-11T09:22:15.947" v="6099" actId="22"/>
          <ac:picMkLst>
            <pc:docMk/>
            <pc:sldMk cId="357079583" sldId="293"/>
            <ac:picMk id="6" creationId="{E686FD5F-938C-CD6D-A20B-C214BE8964BB}"/>
          </ac:picMkLst>
        </pc:picChg>
      </pc:sldChg>
      <pc:sldChg chg="del">
        <pc:chgData name="Lewis Walker" userId="2e452bae-9368-4eb7-95e8-ca7c51b80636" providerId="ADAL" clId="{33E4D643-979A-4C0E-A604-E45DCABE3705}" dt="2026-08-11T09:22:23.735" v="6100" actId="47"/>
        <pc:sldMkLst>
          <pc:docMk/>
          <pc:sldMk cId="91355190" sldId="294"/>
        </pc:sldMkLst>
      </pc:sldChg>
      <pc:sldChg chg="modSp mod">
        <pc:chgData name="Lewis Walker" userId="2e452bae-9368-4eb7-95e8-ca7c51b80636" providerId="ADAL" clId="{33E4D643-979A-4C0E-A604-E45DCABE3705}" dt="2026-08-11T10:37:45.224" v="6623"/>
        <pc:sldMkLst>
          <pc:docMk/>
          <pc:sldMk cId="2398084490" sldId="295"/>
        </pc:sldMkLst>
        <pc:spChg chg="mod">
          <ac:chgData name="Lewis Walker" userId="2e452bae-9368-4eb7-95e8-ca7c51b80636" providerId="ADAL" clId="{33E4D643-979A-4C0E-A604-E45DCABE3705}" dt="2026-08-11T10:37:45.224" v="6623"/>
          <ac:spMkLst>
            <pc:docMk/>
            <pc:sldMk cId="2398084490" sldId="295"/>
            <ac:spMk id="8" creationId="{2CBE8B84-8F42-3F83-0EE1-2E0261C09921}"/>
          </ac:spMkLst>
        </pc:spChg>
      </pc:sldChg>
      <pc:sldChg chg="addSp modSp mod">
        <pc:chgData name="Lewis Walker" userId="2e452bae-9368-4eb7-95e8-ca7c51b80636" providerId="ADAL" clId="{33E4D643-979A-4C0E-A604-E45DCABE3705}" dt="2026-08-11T11:09:39.175" v="7128" actId="20577"/>
        <pc:sldMkLst>
          <pc:docMk/>
          <pc:sldMk cId="1337231719" sldId="296"/>
        </pc:sldMkLst>
        <pc:spChg chg="add mod">
          <ac:chgData name="Lewis Walker" userId="2e452bae-9368-4eb7-95e8-ca7c51b80636" providerId="ADAL" clId="{33E4D643-979A-4C0E-A604-E45DCABE3705}" dt="2026-08-11T11:09:39.175" v="7128" actId="20577"/>
          <ac:spMkLst>
            <pc:docMk/>
            <pc:sldMk cId="1337231719" sldId="296"/>
            <ac:spMk id="3" creationId="{3A30B7E6-1D32-C7DA-4942-1BEEBE9F8A1E}"/>
          </ac:spMkLst>
        </pc:spChg>
        <pc:picChg chg="mod">
          <ac:chgData name="Lewis Walker" userId="2e452bae-9368-4eb7-95e8-ca7c51b80636" providerId="ADAL" clId="{33E4D643-979A-4C0E-A604-E45DCABE3705}" dt="2026-08-11T09:37:34.305" v="6162" actId="1076"/>
          <ac:picMkLst>
            <pc:docMk/>
            <pc:sldMk cId="1337231719" sldId="296"/>
            <ac:picMk id="4" creationId="{4E7B7BF3-BE7E-1A7B-9FDC-9B80EDDA44BD}"/>
          </ac:picMkLst>
        </pc:picChg>
        <pc:picChg chg="mod">
          <ac:chgData name="Lewis Walker" userId="2e452bae-9368-4eb7-95e8-ca7c51b80636" providerId="ADAL" clId="{33E4D643-979A-4C0E-A604-E45DCABE3705}" dt="2026-08-11T09:37:34.305" v="6162" actId="1076"/>
          <ac:picMkLst>
            <pc:docMk/>
            <pc:sldMk cId="1337231719" sldId="296"/>
            <ac:picMk id="11" creationId="{BF9CF3AE-E289-82C8-4359-D1CFC7BB084D}"/>
          </ac:picMkLst>
        </pc:picChg>
        <pc:picChg chg="mod">
          <ac:chgData name="Lewis Walker" userId="2e452bae-9368-4eb7-95e8-ca7c51b80636" providerId="ADAL" clId="{33E4D643-979A-4C0E-A604-E45DCABE3705}" dt="2026-08-11T09:37:34.305" v="6162" actId="1076"/>
          <ac:picMkLst>
            <pc:docMk/>
            <pc:sldMk cId="1337231719" sldId="296"/>
            <ac:picMk id="13" creationId="{C236ADA6-7A2B-7752-4F02-DF27246BC20D}"/>
          </ac:picMkLst>
        </pc:picChg>
      </pc:sldChg>
      <pc:sldChg chg="addSp delSp modSp add del mod addAnim delAnim">
        <pc:chgData name="Lewis Walker" userId="2e452bae-9368-4eb7-95e8-ca7c51b80636" providerId="ADAL" clId="{33E4D643-979A-4C0E-A604-E45DCABE3705}" dt="2026-08-11T11:09:59.324" v="7133" actId="20577"/>
        <pc:sldMkLst>
          <pc:docMk/>
          <pc:sldMk cId="3619308837" sldId="297"/>
        </pc:sldMkLst>
        <pc:spChg chg="mod">
          <ac:chgData name="Lewis Walker" userId="2e452bae-9368-4eb7-95e8-ca7c51b80636" providerId="ADAL" clId="{33E4D643-979A-4C0E-A604-E45DCABE3705}" dt="2026-08-11T11:09:59.324" v="7133" actId="20577"/>
          <ac:spMkLst>
            <pc:docMk/>
            <pc:sldMk cId="3619308837" sldId="297"/>
            <ac:spMk id="2" creationId="{860CA8B1-923D-B6DD-8B10-F3E98C8C5A5E}"/>
          </ac:spMkLst>
        </pc:spChg>
        <pc:spChg chg="add mod">
          <ac:chgData name="Lewis Walker" userId="2e452bae-9368-4eb7-95e8-ca7c51b80636" providerId="ADAL" clId="{33E4D643-979A-4C0E-A604-E45DCABE3705}" dt="2026-08-11T10:48:52.329" v="6708" actId="20577"/>
          <ac:spMkLst>
            <pc:docMk/>
            <pc:sldMk cId="3619308837" sldId="297"/>
            <ac:spMk id="4" creationId="{CAD306DF-E1AC-4EDF-1291-DBC7FB223114}"/>
          </ac:spMkLst>
        </pc:spChg>
        <pc:picChg chg="add del">
          <ac:chgData name="Lewis Walker" userId="2e452bae-9368-4eb7-95e8-ca7c51b80636" providerId="ADAL" clId="{33E4D643-979A-4C0E-A604-E45DCABE3705}" dt="2026-08-11T09:53:06.992" v="6562" actId="478"/>
          <ac:picMkLst>
            <pc:docMk/>
            <pc:sldMk cId="3619308837" sldId="297"/>
            <ac:picMk id="3" creationId="{98544CD7-B79E-8D76-8EC5-CD2016BCEBA6}"/>
          </ac:picMkLst>
        </pc:picChg>
      </pc:sldChg>
      <pc:sldChg chg="modSp add del mod ord modShow">
        <pc:chgData name="Lewis Walker" userId="2e452bae-9368-4eb7-95e8-ca7c51b80636" providerId="ADAL" clId="{33E4D643-979A-4C0E-A604-E45DCABE3705}" dt="2026-08-11T08:32:55.119" v="5198" actId="47"/>
        <pc:sldMkLst>
          <pc:docMk/>
          <pc:sldMk cId="1001622165" sldId="298"/>
        </pc:sldMkLst>
      </pc:sldChg>
      <pc:sldChg chg="modSp mod">
        <pc:chgData name="Lewis Walker" userId="2e452bae-9368-4eb7-95e8-ca7c51b80636" providerId="ADAL" clId="{33E4D643-979A-4C0E-A604-E45DCABE3705}" dt="2026-08-11T10:49:39.661" v="6711" actId="113"/>
        <pc:sldMkLst>
          <pc:docMk/>
          <pc:sldMk cId="439690131" sldId="299"/>
        </pc:sldMkLst>
        <pc:spChg chg="mod">
          <ac:chgData name="Lewis Walker" userId="2e452bae-9368-4eb7-95e8-ca7c51b80636" providerId="ADAL" clId="{33E4D643-979A-4C0E-A604-E45DCABE3705}" dt="2026-08-11T10:49:39.661" v="6711" actId="113"/>
          <ac:spMkLst>
            <pc:docMk/>
            <pc:sldMk cId="439690131" sldId="299"/>
            <ac:spMk id="3" creationId="{F031B14A-555F-5A6C-75B4-1534CF199FC0}"/>
          </ac:spMkLst>
        </pc:spChg>
        <pc:spChg chg="mod">
          <ac:chgData name="Lewis Walker" userId="2e452bae-9368-4eb7-95e8-ca7c51b80636" providerId="ADAL" clId="{33E4D643-979A-4C0E-A604-E45DCABE3705}" dt="2026-08-11T10:35:22.927" v="6576"/>
          <ac:spMkLst>
            <pc:docMk/>
            <pc:sldMk cId="439690131" sldId="299"/>
            <ac:spMk id="5" creationId="{9605F62A-0B73-2729-D051-0137090525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1FDAC1-2E2D-43C3-99CF-1C77CD9FD404}" type="datetimeFigureOut">
              <a:rPr lang="en-GB" smtClean="0"/>
              <a:t>11/08/2026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F9CA6-B4EE-410A-9146-3DD3B5478472}" type="slidenum">
              <a:rPr lang="en-GB" smtClean="0"/>
              <a:t>‹#›</a:t>
            </a:fld>
            <a:endParaRPr lang="en-GB"/>
          </a:p>
        </p:txBody>
      </p:sp>
    </p:spTree>
    <p:extLst>
      <p:ext uri="{BB962C8B-B14F-4D97-AF65-F5344CB8AC3E}">
        <p14:creationId xmlns:p14="http://schemas.microsoft.com/office/powerpoint/2010/main" val="4064098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76F9CA6-B4EE-410A-9146-3DD3B5478472}" type="slidenum">
              <a:rPr lang="en-GB" smtClean="0"/>
              <a:t>18</a:t>
            </a:fld>
            <a:endParaRPr lang="en-GB"/>
          </a:p>
        </p:txBody>
      </p:sp>
    </p:spTree>
    <p:extLst>
      <p:ext uri="{BB962C8B-B14F-4D97-AF65-F5344CB8AC3E}">
        <p14:creationId xmlns:p14="http://schemas.microsoft.com/office/powerpoint/2010/main" val="281239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D5E6-9C47-B763-E6B4-6C165BDCF3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D09CB8A-746F-5412-ED54-9BF81D8F0D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D606D13-3628-DDEA-84EB-B07F85098031}"/>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440CF563-89F8-02C5-2F7E-0A1CD94BEBF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7EAE42-1B7C-B193-9675-807838ED8A51}"/>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244276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4436E-5C4D-FD64-FEDA-2825FA6A536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8484914-0331-ABB5-9F01-A80B1DFB14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314B51-D625-4ADA-E843-B89BA689F91D}"/>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56D71E60-6062-B17A-7527-C2C53FACC8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F542A16-2E5E-9926-28B3-37DB945D5592}"/>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123680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BB27B-E0A0-55E8-4BE1-876946F21A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2BC65DF-0501-7EBE-5D55-294A4DE149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2ED1DB-4DBB-1D78-C932-2D9A617B53A7}"/>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418C9CE3-1E47-7386-3CEA-034B489C5E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529CDF-9BA0-9AF3-3C87-E4BAF2E89506}"/>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932929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C83E-3BBF-2CC0-AC95-31CCAC28F6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95CDC6-A6E4-8DB4-5F58-D239382D55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9ED09D4-140E-6988-E1AB-150FD315CE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231F404-48E2-41B7-017A-A9CD15963B25}"/>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6" name="Footer Placeholder 5">
            <a:extLst>
              <a:ext uri="{FF2B5EF4-FFF2-40B4-BE49-F238E27FC236}">
                <a16:creationId xmlns:a16="http://schemas.microsoft.com/office/drawing/2014/main" id="{B60F482A-0BA0-4329-8FC5-C13ED6E3B17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710B7F2-8681-7DAD-77C4-D77BD1738F03}"/>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3327211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1B452-9EED-770F-BC51-95EC9E3A857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E831BBA-2D6A-B27B-0DE5-802E5AFCD6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2C3694-5060-3E4E-70CD-FD19AF984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C9266A9-C0D6-3347-125C-555FDB38AB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AD8623-7A9F-BEA7-97B1-09AF750132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0AD6334-3D00-B080-FB7C-80F3EC8B96EA}"/>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8" name="Footer Placeholder 7">
            <a:extLst>
              <a:ext uri="{FF2B5EF4-FFF2-40B4-BE49-F238E27FC236}">
                <a16:creationId xmlns:a16="http://schemas.microsoft.com/office/drawing/2014/main" id="{8B3A0DC9-410F-94EA-6AC9-850895A502E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8F7BA5C-3585-3832-EA6C-DA919066528F}"/>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176898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47474-706C-CF70-D89C-41DA2E0A714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3498DAC-8812-DBB3-20D0-AB1A15408537}"/>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4" name="Footer Placeholder 3">
            <a:extLst>
              <a:ext uri="{FF2B5EF4-FFF2-40B4-BE49-F238E27FC236}">
                <a16:creationId xmlns:a16="http://schemas.microsoft.com/office/drawing/2014/main" id="{1BFF33A1-B1FD-20DC-FD84-1EFF45D53B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E86393E-FC26-DBED-C4B0-E3C216638C78}"/>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382047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B8C579-133D-6698-4A66-7771072DFAA5}"/>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3" name="Footer Placeholder 2">
            <a:extLst>
              <a:ext uri="{FF2B5EF4-FFF2-40B4-BE49-F238E27FC236}">
                <a16:creationId xmlns:a16="http://schemas.microsoft.com/office/drawing/2014/main" id="{6AA97155-0942-8831-D041-20BADDB2241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B300FBF-A9A7-0775-D18C-02952E0570A3}"/>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1198822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9BA16-4043-CFAA-284B-05756EA17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5EC66D68-80AF-2367-2E3D-775BF4EA75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29E79D0-DAE8-128E-F269-7A41C2093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185504-BA3C-DEBB-D8DF-861D818F9C73}"/>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6" name="Footer Placeholder 5">
            <a:extLst>
              <a:ext uri="{FF2B5EF4-FFF2-40B4-BE49-F238E27FC236}">
                <a16:creationId xmlns:a16="http://schemas.microsoft.com/office/drawing/2014/main" id="{4B7C93F4-E06B-42BD-911E-2EC9EF80C72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A3EB0F9-ECD8-7B60-69D8-E5B561A7F2A4}"/>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2396104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C6269-5B1B-9DA3-D7BC-133841354F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159FD21-EAD5-2C05-B841-DC1F73E3E1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2FD5EA8-CE8E-1A8C-76E5-2AE0DAAE4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B94A8-9D17-F4E0-1DCC-CCB9E0C10A88}"/>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6" name="Footer Placeholder 5">
            <a:extLst>
              <a:ext uri="{FF2B5EF4-FFF2-40B4-BE49-F238E27FC236}">
                <a16:creationId xmlns:a16="http://schemas.microsoft.com/office/drawing/2014/main" id="{98592417-548A-2C5E-BD96-31084687CEF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C34262-B117-25F1-D232-92F2C3D50696}"/>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802642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02F41-663E-982B-8B0A-BF75B73E506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1A1549-AD7A-C4C1-0D86-95E172DD4D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951631-D7E4-50F0-2631-B6433A83ABFD}"/>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8A63A6CC-7550-358D-67AA-1638E7DD465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AE83FD-8C87-8327-5444-691F0E2CA7D0}"/>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2732578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36E308-237F-1990-7E3A-080E89A8FD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AA3DC17-471B-2841-7AFE-30185BB3B6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75CB03-D056-C2C1-2130-811B3FAEBFAC}"/>
              </a:ext>
            </a:extLst>
          </p:cNvPr>
          <p:cNvSpPr>
            <a:spLocks noGrp="1"/>
          </p:cNvSpPr>
          <p:nvPr>
            <p:ph type="dt" sz="half" idx="10"/>
          </p:nvPr>
        </p:nvSpPr>
        <p:spPr/>
        <p:txBody>
          <a:body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20AB786F-2640-09DE-AFD5-95ED2414A12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C540CA-4637-9659-1F05-BBEE352D74CF}"/>
              </a:ext>
            </a:extLst>
          </p:cNvPr>
          <p:cNvSpPr>
            <a:spLocks noGrp="1"/>
          </p:cNvSpPr>
          <p:nvPr>
            <p:ph type="sldNum" sz="quarter" idx="12"/>
          </p:nvPr>
        </p:nvSpPr>
        <p:spPr/>
        <p:txBody>
          <a:bodyPr/>
          <a:lstStyle/>
          <a:p>
            <a:fld id="{50493F14-0C5E-45BE-8279-FA5FC4738917}" type="slidenum">
              <a:rPr lang="en-GB" smtClean="0"/>
              <a:t>‹#›</a:t>
            </a:fld>
            <a:endParaRPr lang="en-GB"/>
          </a:p>
        </p:txBody>
      </p:sp>
    </p:spTree>
    <p:extLst>
      <p:ext uri="{BB962C8B-B14F-4D97-AF65-F5344CB8AC3E}">
        <p14:creationId xmlns:p14="http://schemas.microsoft.com/office/powerpoint/2010/main" val="2874002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1E864A-D60E-1872-22DC-5A3CE1418B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C4C397-C6DF-F209-0C22-C562C6FAF7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402B850-431D-9C9C-C0F0-8A7CE1E090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A5F6C8-A6B1-4C68-B383-B2D261001B35}" type="datetimeFigureOut">
              <a:rPr lang="en-GB" smtClean="0"/>
              <a:t>11/08/2026</a:t>
            </a:fld>
            <a:endParaRPr lang="en-GB"/>
          </a:p>
        </p:txBody>
      </p:sp>
      <p:sp>
        <p:nvSpPr>
          <p:cNvPr id="5" name="Footer Placeholder 4">
            <a:extLst>
              <a:ext uri="{FF2B5EF4-FFF2-40B4-BE49-F238E27FC236}">
                <a16:creationId xmlns:a16="http://schemas.microsoft.com/office/drawing/2014/main" id="{2EA8D9D0-BB7F-C6C7-94B1-8150CE4C25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AEADA29-DC39-3F37-174A-2BDFAF2D0E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493F14-0C5E-45BE-8279-FA5FC4738917}" type="slidenum">
              <a:rPr lang="en-GB" smtClean="0"/>
              <a:t>‹#›</a:t>
            </a:fld>
            <a:endParaRPr lang="en-GB"/>
          </a:p>
        </p:txBody>
      </p:sp>
    </p:spTree>
    <p:extLst>
      <p:ext uri="{BB962C8B-B14F-4D97-AF65-F5344CB8AC3E}">
        <p14:creationId xmlns:p14="http://schemas.microsoft.com/office/powerpoint/2010/main" val="20657326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9FFDF-1A03-8457-7A72-8D97B9D9D402}"/>
              </a:ext>
            </a:extLst>
          </p:cNvPr>
          <p:cNvSpPr>
            <a:spLocks noGrp="1"/>
          </p:cNvSpPr>
          <p:nvPr>
            <p:ph type="ctrTitle"/>
          </p:nvPr>
        </p:nvSpPr>
        <p:spPr/>
        <p:txBody>
          <a:bodyPr>
            <a:normAutofit/>
          </a:bodyPr>
          <a:lstStyle/>
          <a:p>
            <a:r>
              <a:rPr lang="en-GB" sz="4800" dirty="0"/>
              <a:t>OpenFPM: </a:t>
            </a:r>
            <a:br>
              <a:rPr lang="en-GB" sz="4800" dirty="0"/>
            </a:br>
            <a:r>
              <a:rPr lang="en-GB" sz="4800" b="1" dirty="0"/>
              <a:t>Illuminator</a:t>
            </a:r>
            <a:r>
              <a:rPr lang="en-GB" sz="4800" dirty="0"/>
              <a:t> Assembly Instructions</a:t>
            </a:r>
          </a:p>
        </p:txBody>
      </p:sp>
      <p:sp>
        <p:nvSpPr>
          <p:cNvPr id="3" name="Subtitle 2">
            <a:extLst>
              <a:ext uri="{FF2B5EF4-FFF2-40B4-BE49-F238E27FC236}">
                <a16:creationId xmlns:a16="http://schemas.microsoft.com/office/drawing/2014/main" id="{987CA31D-7EA1-619C-5A81-9CD5DE1F8A64}"/>
              </a:ext>
            </a:extLst>
          </p:cNvPr>
          <p:cNvSpPr>
            <a:spLocks noGrp="1"/>
          </p:cNvSpPr>
          <p:nvPr>
            <p:ph type="subTitle" idx="1"/>
          </p:nvPr>
        </p:nvSpPr>
        <p:spPr>
          <a:xfrm>
            <a:off x="1524000" y="4109883"/>
            <a:ext cx="9144000" cy="1625753"/>
          </a:xfrm>
        </p:spPr>
        <p:txBody>
          <a:bodyPr/>
          <a:lstStyle/>
          <a:p>
            <a:r>
              <a:rPr lang="en-GB" dirty="0"/>
              <a:t>- Lewis Walker</a:t>
            </a:r>
          </a:p>
          <a:p>
            <a:r>
              <a:rPr lang="en-GB" dirty="0"/>
              <a:t>- University of Strathclyde, Glasgow, Scotland</a:t>
            </a:r>
          </a:p>
          <a:p>
            <a:r>
              <a:rPr lang="en-GB" dirty="0"/>
              <a:t>- Last Edited: 11</a:t>
            </a:r>
            <a:r>
              <a:rPr lang="en-GB" baseline="30000" dirty="0"/>
              <a:t>th</a:t>
            </a:r>
            <a:r>
              <a:rPr lang="en-GB" dirty="0"/>
              <a:t> August 2026</a:t>
            </a:r>
          </a:p>
          <a:p>
            <a:endParaRPr lang="en-GB" dirty="0"/>
          </a:p>
        </p:txBody>
      </p:sp>
    </p:spTree>
    <p:extLst>
      <p:ext uri="{BB962C8B-B14F-4D97-AF65-F5344CB8AC3E}">
        <p14:creationId xmlns:p14="http://schemas.microsoft.com/office/powerpoint/2010/main" val="360091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19BC5-CBE0-D7F0-774D-07EC0A1C8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C751E-2610-7BAE-5DD8-641074DC0D7A}"/>
              </a:ext>
            </a:extLst>
          </p:cNvPr>
          <p:cNvSpPr>
            <a:spLocks noGrp="1"/>
          </p:cNvSpPr>
          <p:nvPr>
            <p:ph type="title"/>
          </p:nvPr>
        </p:nvSpPr>
        <p:spPr/>
        <p:txBody>
          <a:bodyPr/>
          <a:lstStyle/>
          <a:p>
            <a:r>
              <a:rPr lang="en-GB" dirty="0"/>
              <a:t>Components</a:t>
            </a:r>
          </a:p>
        </p:txBody>
      </p:sp>
      <p:sp>
        <p:nvSpPr>
          <p:cNvPr id="3" name="Content Placeholder 2">
            <a:extLst>
              <a:ext uri="{FF2B5EF4-FFF2-40B4-BE49-F238E27FC236}">
                <a16:creationId xmlns:a16="http://schemas.microsoft.com/office/drawing/2014/main" id="{F031B14A-555F-5A6C-75B4-1534CF199FC0}"/>
              </a:ext>
            </a:extLst>
          </p:cNvPr>
          <p:cNvSpPr>
            <a:spLocks noGrp="1"/>
          </p:cNvSpPr>
          <p:nvPr>
            <p:ph idx="1"/>
          </p:nvPr>
        </p:nvSpPr>
        <p:spPr>
          <a:xfrm>
            <a:off x="838200" y="1794786"/>
            <a:ext cx="10515600" cy="416130"/>
          </a:xfrm>
        </p:spPr>
        <p:txBody>
          <a:bodyPr numCol="1">
            <a:normAutofit fontScale="92500"/>
          </a:bodyPr>
          <a:lstStyle/>
          <a:p>
            <a:pPr marL="0" indent="0">
              <a:buNone/>
            </a:pPr>
            <a:r>
              <a:rPr lang="en-GB" sz="2000" dirty="0"/>
              <a:t>Here we provide a list of the components (</a:t>
            </a:r>
            <a:r>
              <a:rPr lang="en-GB" sz="2000" dirty="0">
                <a:solidFill>
                  <a:schemeClr val="accent6"/>
                </a:solidFill>
              </a:rPr>
              <a:t>and their quantity</a:t>
            </a:r>
            <a:r>
              <a:rPr lang="en-GB" sz="2000" dirty="0"/>
              <a:t>) required to assemble the </a:t>
            </a:r>
            <a:r>
              <a:rPr lang="en-GB" sz="2000" b="1" dirty="0"/>
              <a:t>illuminator</a:t>
            </a:r>
            <a:r>
              <a:rPr lang="en-GB" sz="2000" dirty="0"/>
              <a:t>:</a:t>
            </a:r>
          </a:p>
        </p:txBody>
      </p:sp>
      <p:sp>
        <p:nvSpPr>
          <p:cNvPr id="5" name="TextBox 4">
            <a:extLst>
              <a:ext uri="{FF2B5EF4-FFF2-40B4-BE49-F238E27FC236}">
                <a16:creationId xmlns:a16="http://schemas.microsoft.com/office/drawing/2014/main" id="{9605F62A-0B73-2729-D051-013709052585}"/>
              </a:ext>
            </a:extLst>
          </p:cNvPr>
          <p:cNvSpPr txBox="1"/>
          <p:nvPr/>
        </p:nvSpPr>
        <p:spPr>
          <a:xfrm>
            <a:off x="838200" y="2423168"/>
            <a:ext cx="11176819" cy="3170099"/>
          </a:xfrm>
          <a:prstGeom prst="rect">
            <a:avLst/>
          </a:prstGeom>
          <a:noFill/>
        </p:spPr>
        <p:txBody>
          <a:bodyPr wrap="square" numCol="3">
            <a:spAutoFit/>
          </a:bodyPr>
          <a:lstStyle/>
          <a:p>
            <a:r>
              <a:rPr lang="en-GB" sz="2000" b="1" u="sng" dirty="0"/>
              <a:t>3D Printed Components:</a:t>
            </a:r>
          </a:p>
          <a:p>
            <a:pPr marL="285750" indent="-285750">
              <a:buFont typeface="Arial" panose="020B0604020202020204" pitchFamily="34" charset="0"/>
              <a:buChar char="•"/>
            </a:pPr>
            <a:r>
              <a:rPr lang="en-GB" sz="2000" dirty="0"/>
              <a:t>External post (</a:t>
            </a:r>
            <a:r>
              <a:rPr lang="en-GB" sz="2000" dirty="0">
                <a:solidFill>
                  <a:schemeClr val="accent6"/>
                </a:solidFill>
              </a:rPr>
              <a:t>x3</a:t>
            </a:r>
            <a:r>
              <a:rPr lang="en-GB" sz="2000" dirty="0"/>
              <a:t>)</a:t>
            </a:r>
          </a:p>
          <a:p>
            <a:pPr marL="285750" indent="-285750">
              <a:buFont typeface="Arial" panose="020B0604020202020204" pitchFamily="34" charset="0"/>
              <a:buChar char="•"/>
            </a:pPr>
            <a:r>
              <a:rPr lang="en-GB" sz="2000" dirty="0"/>
              <a:t>Internal post (</a:t>
            </a:r>
            <a:r>
              <a:rPr lang="en-GB" sz="2000" dirty="0">
                <a:solidFill>
                  <a:schemeClr val="accent6"/>
                </a:solidFill>
              </a:rPr>
              <a:t>x3</a:t>
            </a:r>
            <a:r>
              <a:rPr lang="en-GB" sz="2000" dirty="0"/>
              <a:t>)</a:t>
            </a:r>
          </a:p>
          <a:p>
            <a:pPr marL="285750" indent="-285750">
              <a:buFont typeface="Arial" panose="020B0604020202020204" pitchFamily="34" charset="0"/>
              <a:buChar char="•"/>
            </a:pPr>
            <a:r>
              <a:rPr lang="en-GB" sz="2000" dirty="0"/>
              <a:t>LED box hat (</a:t>
            </a:r>
            <a:r>
              <a:rPr lang="en-GB" sz="2000" dirty="0">
                <a:solidFill>
                  <a:schemeClr val="accent6"/>
                </a:solidFill>
              </a:rPr>
              <a:t>x1</a:t>
            </a:r>
            <a:r>
              <a:rPr lang="en-GB" sz="2000" dirty="0"/>
              <a:t>)</a:t>
            </a:r>
          </a:p>
          <a:p>
            <a:pPr marL="285750" indent="-285750">
              <a:buFont typeface="Arial" panose="020B0604020202020204" pitchFamily="34" charset="0"/>
              <a:buChar char="•"/>
            </a:pPr>
            <a:r>
              <a:rPr lang="en-GB" sz="2000" dirty="0"/>
              <a:t>LED box holder (</a:t>
            </a:r>
            <a:r>
              <a:rPr lang="en-GB" sz="2000" dirty="0">
                <a:solidFill>
                  <a:schemeClr val="accent6"/>
                </a:solidFill>
              </a:rPr>
              <a:t>x1</a:t>
            </a:r>
            <a:r>
              <a:rPr lang="en-GB" sz="2000" dirty="0"/>
              <a:t>)</a:t>
            </a:r>
          </a:p>
          <a:p>
            <a:pPr marL="285750" indent="-285750">
              <a:buFont typeface="Arial" panose="020B0604020202020204" pitchFamily="34" charset="0"/>
              <a:buChar char="•"/>
            </a:pPr>
            <a:r>
              <a:rPr lang="en-GB" sz="2000" dirty="0"/>
              <a:t>LED canopy (</a:t>
            </a:r>
            <a:r>
              <a:rPr lang="en-GB" sz="2000" dirty="0">
                <a:solidFill>
                  <a:schemeClr val="accent6"/>
                </a:solidFill>
              </a:rPr>
              <a:t>x1</a:t>
            </a:r>
            <a:r>
              <a:rPr lang="en-GB" sz="2000" dirty="0"/>
              <a:t>)</a:t>
            </a:r>
          </a:p>
          <a:p>
            <a:pPr marL="285750" indent="-285750">
              <a:buFont typeface="Arial" panose="020B0604020202020204" pitchFamily="34" charset="0"/>
              <a:buChar char="•"/>
            </a:pPr>
            <a:r>
              <a:rPr lang="en-GB" sz="2000" dirty="0"/>
              <a:t>Microscope base plate (</a:t>
            </a:r>
            <a:r>
              <a:rPr lang="en-GB" sz="2000" dirty="0">
                <a:solidFill>
                  <a:schemeClr val="accent6"/>
                </a:solidFill>
              </a:rPr>
              <a:t>x1</a:t>
            </a:r>
            <a:r>
              <a:rPr lang="en-GB" sz="2000" dirty="0"/>
              <a:t>) </a:t>
            </a:r>
          </a:p>
          <a:p>
            <a:pPr marL="285750" indent="-285750">
              <a:buFont typeface="Arial" panose="020B0604020202020204" pitchFamily="34" charset="0"/>
              <a:buChar char="•"/>
            </a:pPr>
            <a:r>
              <a:rPr lang="en-GB" sz="2000" dirty="0"/>
              <a:t>Hex Nut Tool (</a:t>
            </a:r>
            <a:r>
              <a:rPr lang="en-GB" sz="2000" dirty="0">
                <a:solidFill>
                  <a:schemeClr val="accent6"/>
                </a:solidFill>
              </a:rPr>
              <a:t>x1</a:t>
            </a:r>
            <a:r>
              <a:rPr lang="en-GB" sz="2000" dirty="0"/>
              <a:t>) - </a:t>
            </a:r>
            <a:r>
              <a:rPr lang="en-GB" sz="2000" b="1" dirty="0"/>
              <a:t>Tool</a:t>
            </a:r>
          </a:p>
          <a:p>
            <a:endParaRPr lang="en-GB" sz="2000" b="1" u="sng" dirty="0"/>
          </a:p>
          <a:p>
            <a:endParaRPr lang="en-GB" sz="2000" b="1" u="sng" dirty="0"/>
          </a:p>
          <a:p>
            <a:r>
              <a:rPr lang="en-GB" sz="2000" b="1" u="sng" dirty="0"/>
              <a:t>Metal Components:</a:t>
            </a:r>
          </a:p>
          <a:p>
            <a:pPr marL="285750" indent="-285750">
              <a:buFont typeface="Arial" panose="020B0604020202020204" pitchFamily="34" charset="0"/>
              <a:buChar char="•"/>
            </a:pPr>
            <a:r>
              <a:rPr lang="en-GB" sz="2000" dirty="0"/>
              <a:t>M6x16 mm bolt (</a:t>
            </a:r>
            <a:r>
              <a:rPr lang="en-GB" sz="2000" dirty="0">
                <a:solidFill>
                  <a:schemeClr val="accent6"/>
                </a:solidFill>
              </a:rPr>
              <a:t>x1</a:t>
            </a:r>
            <a:r>
              <a:rPr lang="en-GB" sz="2000" dirty="0"/>
              <a:t>)</a:t>
            </a:r>
          </a:p>
          <a:p>
            <a:pPr marL="285750" indent="-285750">
              <a:buFont typeface="Arial" panose="020B0604020202020204" pitchFamily="34" charset="0"/>
              <a:buChar char="•"/>
            </a:pPr>
            <a:r>
              <a:rPr lang="en-GB" sz="2000" dirty="0"/>
              <a:t>M6x20 mm bolt (</a:t>
            </a:r>
            <a:r>
              <a:rPr lang="en-GB" sz="2000" dirty="0">
                <a:solidFill>
                  <a:schemeClr val="accent6"/>
                </a:solidFill>
              </a:rPr>
              <a:t>x3</a:t>
            </a:r>
            <a:r>
              <a:rPr lang="en-GB" sz="2000" dirty="0"/>
              <a:t>)</a:t>
            </a:r>
          </a:p>
          <a:p>
            <a:pPr marL="285750" indent="-285750">
              <a:buFont typeface="Arial" panose="020B0604020202020204" pitchFamily="34" charset="0"/>
              <a:buChar char="•"/>
            </a:pPr>
            <a:r>
              <a:rPr lang="en-GB" sz="2000" dirty="0"/>
              <a:t>M6x25 mm bolt (</a:t>
            </a:r>
            <a:r>
              <a:rPr lang="en-GB" sz="2000" dirty="0">
                <a:solidFill>
                  <a:schemeClr val="accent6"/>
                </a:solidFill>
              </a:rPr>
              <a:t>x3</a:t>
            </a:r>
            <a:r>
              <a:rPr lang="en-GB" sz="2000" dirty="0"/>
              <a:t>)</a:t>
            </a:r>
          </a:p>
          <a:p>
            <a:pPr marL="285750" indent="-285750">
              <a:buFont typeface="Arial" panose="020B0604020202020204" pitchFamily="34" charset="0"/>
              <a:buChar char="•"/>
            </a:pPr>
            <a:r>
              <a:rPr lang="en-GB" sz="2000" dirty="0"/>
              <a:t>M6x30 mm bolt (</a:t>
            </a:r>
            <a:r>
              <a:rPr lang="en-GB" sz="2000" dirty="0">
                <a:solidFill>
                  <a:schemeClr val="accent6"/>
                </a:solidFill>
              </a:rPr>
              <a:t>x3</a:t>
            </a:r>
            <a:r>
              <a:rPr lang="en-GB" sz="2000" dirty="0"/>
              <a:t>)</a:t>
            </a:r>
          </a:p>
          <a:p>
            <a:pPr marL="285750" indent="-285750">
              <a:buFont typeface="Arial" panose="020B0604020202020204" pitchFamily="34" charset="0"/>
              <a:buChar char="•"/>
            </a:pPr>
            <a:r>
              <a:rPr lang="en-GB" sz="2000" dirty="0"/>
              <a:t>M6 nuts (</a:t>
            </a:r>
            <a:r>
              <a:rPr lang="en-GB" sz="2000" dirty="0">
                <a:solidFill>
                  <a:schemeClr val="accent6"/>
                </a:solidFill>
              </a:rPr>
              <a:t>x6</a:t>
            </a:r>
            <a:r>
              <a:rPr lang="en-GB" sz="2000" dirty="0"/>
              <a:t>)</a:t>
            </a:r>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endParaRPr lang="en-GB" sz="2000" dirty="0"/>
          </a:p>
          <a:p>
            <a:pPr marL="285750" indent="-285750">
              <a:buFont typeface="Arial" panose="020B0604020202020204" pitchFamily="34" charset="0"/>
              <a:buChar char="•"/>
            </a:pPr>
            <a:endParaRPr lang="en-GB" sz="2000" dirty="0"/>
          </a:p>
          <a:p>
            <a:r>
              <a:rPr lang="en-GB" sz="2000" b="1" u="sng" dirty="0"/>
              <a:t>Consumables + Tools</a:t>
            </a:r>
          </a:p>
          <a:p>
            <a:pPr marL="285750" indent="-285750">
              <a:buFont typeface="Arial" panose="020B0604020202020204" pitchFamily="34" charset="0"/>
              <a:buChar char="•"/>
            </a:pPr>
            <a:r>
              <a:rPr lang="en-GB" sz="2000" dirty="0"/>
              <a:t>Super-glue</a:t>
            </a:r>
          </a:p>
          <a:p>
            <a:pPr marL="285750" indent="-285750">
              <a:buFont typeface="Arial" panose="020B0604020202020204" pitchFamily="34" charset="0"/>
              <a:buChar char="•"/>
            </a:pPr>
            <a:r>
              <a:rPr lang="en-GB" sz="2000" dirty="0"/>
              <a:t>5 mm hex key M6 tool</a:t>
            </a:r>
          </a:p>
          <a:p>
            <a:pPr marL="285750" indent="-285750">
              <a:buFont typeface="Arial" panose="020B0604020202020204" pitchFamily="34" charset="0"/>
              <a:buChar char="•"/>
            </a:pPr>
            <a:r>
              <a:rPr lang="en-GB" sz="2000" dirty="0"/>
              <a:t>2.5 mm hex key M3 tool</a:t>
            </a:r>
          </a:p>
        </p:txBody>
      </p:sp>
    </p:spTree>
    <p:extLst>
      <p:ext uri="{BB962C8B-B14F-4D97-AF65-F5344CB8AC3E}">
        <p14:creationId xmlns:p14="http://schemas.microsoft.com/office/powerpoint/2010/main" val="439690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CDBFF51-0D64-03F3-8BEB-F9A999EADCA8}"/>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7D46F60-E766-BED4-CAC8-977EF03FFD95}"/>
              </a:ext>
            </a:extLst>
          </p:cNvPr>
          <p:cNvSpPr>
            <a:spLocks noGrp="1"/>
          </p:cNvSpPr>
          <p:nvPr>
            <p:ph type="title"/>
          </p:nvPr>
        </p:nvSpPr>
        <p:spPr/>
        <p:txBody>
          <a:bodyPr/>
          <a:lstStyle/>
          <a:p>
            <a:r>
              <a:rPr lang="en-GB" dirty="0">
                <a:solidFill>
                  <a:schemeClr val="bg1"/>
                </a:solidFill>
              </a:rPr>
              <a:t>Parts I</a:t>
            </a:r>
          </a:p>
        </p:txBody>
      </p:sp>
      <p:pic>
        <p:nvPicPr>
          <p:cNvPr id="5" name="Picture 4">
            <a:extLst>
              <a:ext uri="{FF2B5EF4-FFF2-40B4-BE49-F238E27FC236}">
                <a16:creationId xmlns:a16="http://schemas.microsoft.com/office/drawing/2014/main" id="{D442D4A7-0412-CC61-BC71-D4CD0D96410C}"/>
              </a:ext>
            </a:extLst>
          </p:cNvPr>
          <p:cNvPicPr>
            <a:picLocks noChangeAspect="1"/>
          </p:cNvPicPr>
          <p:nvPr/>
        </p:nvPicPr>
        <p:blipFill>
          <a:blip r:embed="rId2">
            <a:extLst>
              <a:ext uri="{28A0092B-C50C-407E-A947-70E740481C1C}">
                <a14:useLocalDpi xmlns:a14="http://schemas.microsoft.com/office/drawing/2010/main" val="0"/>
              </a:ext>
            </a:extLst>
          </a:blip>
          <a:srcRect t="6726" b="9622"/>
          <a:stretch>
            <a:fillRect/>
          </a:stretch>
        </p:blipFill>
        <p:spPr>
          <a:xfrm>
            <a:off x="4841240" y="1859280"/>
            <a:ext cx="6898640" cy="4328160"/>
          </a:xfrm>
          <a:prstGeom prst="rect">
            <a:avLst/>
          </a:prstGeom>
        </p:spPr>
      </p:pic>
      <p:sp>
        <p:nvSpPr>
          <p:cNvPr id="8" name="Content Placeholder 2">
            <a:extLst>
              <a:ext uri="{FF2B5EF4-FFF2-40B4-BE49-F238E27FC236}">
                <a16:creationId xmlns:a16="http://schemas.microsoft.com/office/drawing/2014/main" id="{1641FE4E-49E3-FAAB-861E-D2337675DEF7}"/>
              </a:ext>
            </a:extLst>
          </p:cNvPr>
          <p:cNvSpPr>
            <a:spLocks noGrp="1"/>
          </p:cNvSpPr>
          <p:nvPr>
            <p:ph idx="1"/>
          </p:nvPr>
        </p:nvSpPr>
        <p:spPr>
          <a:xfrm>
            <a:off x="245806" y="1825625"/>
            <a:ext cx="3923071" cy="4351338"/>
          </a:xfrm>
        </p:spPr>
        <p:txBody>
          <a:bodyPr>
            <a:normAutofit/>
          </a:bodyPr>
          <a:lstStyle/>
          <a:p>
            <a:pPr marL="0" indent="0">
              <a:buNone/>
            </a:pPr>
            <a:r>
              <a:rPr lang="en-GB" sz="2000" b="1" u="sng" dirty="0"/>
              <a:t>From Left to Right on the image</a:t>
            </a:r>
          </a:p>
          <a:p>
            <a:pPr marL="0" indent="0">
              <a:buNone/>
            </a:pPr>
            <a:r>
              <a:rPr lang="en-GB" sz="2000" b="1" dirty="0"/>
              <a:t>Top:</a:t>
            </a:r>
          </a:p>
          <a:p>
            <a:pPr marL="285750" indent="-285750"/>
            <a:r>
              <a:rPr lang="en-GB" sz="2000" dirty="0"/>
              <a:t>LED box hat (</a:t>
            </a:r>
            <a:r>
              <a:rPr lang="en-GB" sz="2000" dirty="0">
                <a:solidFill>
                  <a:schemeClr val="accent6"/>
                </a:solidFill>
              </a:rPr>
              <a:t>x1</a:t>
            </a:r>
            <a:r>
              <a:rPr lang="en-GB" sz="2000" dirty="0"/>
              <a:t>)</a:t>
            </a:r>
          </a:p>
          <a:p>
            <a:pPr marL="285750" indent="-285750"/>
            <a:r>
              <a:rPr lang="en-GB" sz="2000" dirty="0"/>
              <a:t>LED box holder + LED array (under) (</a:t>
            </a:r>
            <a:r>
              <a:rPr lang="en-GB" sz="2000" dirty="0">
                <a:solidFill>
                  <a:schemeClr val="accent6"/>
                </a:solidFill>
              </a:rPr>
              <a:t>x1</a:t>
            </a:r>
            <a:r>
              <a:rPr lang="en-GB" sz="2000" dirty="0"/>
              <a:t>)</a:t>
            </a:r>
          </a:p>
          <a:p>
            <a:pPr marL="285750" indent="-285750"/>
            <a:r>
              <a:rPr lang="en-GB" sz="2000" dirty="0"/>
              <a:t>Internal post (</a:t>
            </a:r>
            <a:r>
              <a:rPr lang="en-GB" sz="2000" dirty="0">
                <a:solidFill>
                  <a:schemeClr val="accent6"/>
                </a:solidFill>
              </a:rPr>
              <a:t>x3</a:t>
            </a:r>
            <a:r>
              <a:rPr lang="en-GB" sz="2000" dirty="0"/>
              <a:t>)</a:t>
            </a:r>
          </a:p>
          <a:p>
            <a:pPr marL="285750" indent="-285750"/>
            <a:r>
              <a:rPr lang="en-GB" sz="2000" dirty="0"/>
              <a:t>External post (</a:t>
            </a:r>
            <a:r>
              <a:rPr lang="en-GB" sz="2000" dirty="0">
                <a:solidFill>
                  <a:schemeClr val="accent6"/>
                </a:solidFill>
              </a:rPr>
              <a:t>x3</a:t>
            </a:r>
            <a:r>
              <a:rPr lang="en-GB" sz="2000" dirty="0"/>
              <a:t>)</a:t>
            </a:r>
          </a:p>
          <a:p>
            <a:pPr marL="0" indent="0">
              <a:buNone/>
            </a:pPr>
            <a:r>
              <a:rPr lang="en-GB" sz="2000" b="1" dirty="0"/>
              <a:t>Bottom:</a:t>
            </a:r>
          </a:p>
          <a:p>
            <a:pPr marL="285750" indent="-285750"/>
            <a:r>
              <a:rPr lang="en-GB" sz="2000" dirty="0"/>
              <a:t>LED canopy (</a:t>
            </a:r>
            <a:r>
              <a:rPr lang="en-GB" sz="2000" dirty="0">
                <a:solidFill>
                  <a:schemeClr val="accent6"/>
                </a:solidFill>
              </a:rPr>
              <a:t>x1</a:t>
            </a:r>
            <a:r>
              <a:rPr lang="en-GB" sz="2000" dirty="0"/>
              <a:t>)</a:t>
            </a:r>
          </a:p>
          <a:p>
            <a:pPr marL="285750" indent="-285750"/>
            <a:r>
              <a:rPr lang="en-GB" sz="2000" dirty="0"/>
              <a:t>Microscope base plate (</a:t>
            </a:r>
            <a:r>
              <a:rPr lang="en-GB" sz="2000" dirty="0">
                <a:solidFill>
                  <a:schemeClr val="accent6"/>
                </a:solidFill>
              </a:rPr>
              <a:t>x1</a:t>
            </a:r>
            <a:r>
              <a:rPr lang="en-GB" sz="2000" dirty="0"/>
              <a:t>)</a:t>
            </a:r>
          </a:p>
          <a:p>
            <a:pPr marL="285750" indent="-285750"/>
            <a:r>
              <a:rPr lang="en-GB" sz="2000" dirty="0"/>
              <a:t>Hex Nut Tool (</a:t>
            </a:r>
            <a:r>
              <a:rPr lang="en-GB" sz="2000" dirty="0">
                <a:solidFill>
                  <a:schemeClr val="accent6"/>
                </a:solidFill>
              </a:rPr>
              <a:t>x1</a:t>
            </a:r>
            <a:r>
              <a:rPr lang="en-GB" sz="2000" dirty="0"/>
              <a:t>)</a:t>
            </a:r>
          </a:p>
        </p:txBody>
      </p:sp>
    </p:spTree>
    <p:extLst>
      <p:ext uri="{BB962C8B-B14F-4D97-AF65-F5344CB8AC3E}">
        <p14:creationId xmlns:p14="http://schemas.microsoft.com/office/powerpoint/2010/main" val="240702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9682E-CADC-93FE-1CCD-475D17DC145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43CF45B-567D-9890-5B14-C0B0640088B6}"/>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5AF2015-35C2-8332-7AE0-82826DC9671D}"/>
              </a:ext>
            </a:extLst>
          </p:cNvPr>
          <p:cNvSpPr>
            <a:spLocks noGrp="1"/>
          </p:cNvSpPr>
          <p:nvPr>
            <p:ph type="title"/>
          </p:nvPr>
        </p:nvSpPr>
        <p:spPr/>
        <p:txBody>
          <a:bodyPr/>
          <a:lstStyle/>
          <a:p>
            <a:r>
              <a:rPr lang="en-GB" dirty="0">
                <a:solidFill>
                  <a:schemeClr val="bg1"/>
                </a:solidFill>
              </a:rPr>
              <a:t>Parts II</a:t>
            </a:r>
          </a:p>
        </p:txBody>
      </p:sp>
      <p:pic>
        <p:nvPicPr>
          <p:cNvPr id="4" name="Picture 3">
            <a:extLst>
              <a:ext uri="{FF2B5EF4-FFF2-40B4-BE49-F238E27FC236}">
                <a16:creationId xmlns:a16="http://schemas.microsoft.com/office/drawing/2014/main" id="{EE60D92F-FE35-14B9-25D1-5AAB9ABD7479}"/>
              </a:ext>
            </a:extLst>
          </p:cNvPr>
          <p:cNvPicPr>
            <a:picLocks noChangeAspect="1"/>
          </p:cNvPicPr>
          <p:nvPr/>
        </p:nvPicPr>
        <p:blipFill>
          <a:blip r:embed="rId2">
            <a:extLst>
              <a:ext uri="{28A0092B-C50C-407E-A947-70E740481C1C}">
                <a14:useLocalDpi xmlns:a14="http://schemas.microsoft.com/office/drawing/2010/main" val="0"/>
              </a:ext>
            </a:extLst>
          </a:blip>
          <a:srcRect l="16621" t="19146" r="19529" b="21753"/>
          <a:stretch>
            <a:fillRect/>
          </a:stretch>
        </p:blipFill>
        <p:spPr>
          <a:xfrm>
            <a:off x="6096000" y="3616182"/>
            <a:ext cx="4404852" cy="3057832"/>
          </a:xfrm>
          <a:prstGeom prst="rect">
            <a:avLst/>
          </a:prstGeom>
        </p:spPr>
      </p:pic>
      <p:sp>
        <p:nvSpPr>
          <p:cNvPr id="11" name="Content Placeholder 2">
            <a:extLst>
              <a:ext uri="{FF2B5EF4-FFF2-40B4-BE49-F238E27FC236}">
                <a16:creationId xmlns:a16="http://schemas.microsoft.com/office/drawing/2014/main" id="{E6C6ABF2-CD4D-5D46-85DA-2B1D031C80FB}"/>
              </a:ext>
            </a:extLst>
          </p:cNvPr>
          <p:cNvSpPr>
            <a:spLocks noGrp="1"/>
          </p:cNvSpPr>
          <p:nvPr>
            <p:ph idx="1"/>
          </p:nvPr>
        </p:nvSpPr>
        <p:spPr>
          <a:xfrm>
            <a:off x="245806" y="1825625"/>
            <a:ext cx="4595434" cy="4351338"/>
          </a:xfrm>
        </p:spPr>
        <p:txBody>
          <a:bodyPr>
            <a:normAutofit fontScale="92500" lnSpcReduction="10000"/>
          </a:bodyPr>
          <a:lstStyle/>
          <a:p>
            <a:pPr marL="0" indent="0">
              <a:buNone/>
            </a:pPr>
            <a:r>
              <a:rPr lang="en-GB" sz="2000" b="1" u="sng" dirty="0"/>
              <a:t>Consumables + Tools:</a:t>
            </a:r>
          </a:p>
          <a:p>
            <a:r>
              <a:rPr lang="en-GB" sz="2000" dirty="0"/>
              <a:t>Super-glue</a:t>
            </a:r>
          </a:p>
          <a:p>
            <a:pPr marL="285750" indent="-285750"/>
            <a:r>
              <a:rPr lang="en-GB" sz="2000" dirty="0"/>
              <a:t>5 mm hex key M6 tool</a:t>
            </a:r>
          </a:p>
          <a:p>
            <a:pPr marL="285750" indent="-285750"/>
            <a:r>
              <a:rPr lang="en-GB" sz="2000" dirty="0"/>
              <a:t>2.5 mm hex key M3 tool</a:t>
            </a:r>
          </a:p>
          <a:p>
            <a:pPr marL="0" indent="0">
              <a:buNone/>
            </a:pPr>
            <a:r>
              <a:rPr lang="en-GB" sz="2000" b="1" u="sng" dirty="0"/>
              <a:t>Optional:</a:t>
            </a:r>
          </a:p>
          <a:p>
            <a:pPr marL="285750" indent="-285750"/>
            <a:r>
              <a:rPr lang="en-GB" sz="2000" dirty="0"/>
              <a:t>3D printed bolt measuring tool</a:t>
            </a:r>
            <a:endParaRPr lang="en-GB" sz="2000" b="1" u="sng" dirty="0"/>
          </a:p>
          <a:p>
            <a:pPr marL="0" indent="0">
              <a:buNone/>
            </a:pPr>
            <a:r>
              <a:rPr lang="en-GB" sz="2000" b="1" u="sng" dirty="0"/>
              <a:t>Metal components:</a:t>
            </a:r>
          </a:p>
          <a:p>
            <a:pPr marL="285750" indent="-285750"/>
            <a:r>
              <a:rPr lang="en-GB" sz="2000" dirty="0"/>
              <a:t>M6 nuts (</a:t>
            </a:r>
            <a:r>
              <a:rPr lang="en-GB" sz="2000" dirty="0">
                <a:solidFill>
                  <a:schemeClr val="accent6"/>
                </a:solidFill>
              </a:rPr>
              <a:t>x6</a:t>
            </a:r>
            <a:r>
              <a:rPr lang="en-GB" sz="2000" dirty="0"/>
              <a:t>)</a:t>
            </a:r>
          </a:p>
          <a:p>
            <a:pPr marL="285750" indent="-285750"/>
            <a:r>
              <a:rPr lang="en-GB" sz="2000" dirty="0"/>
              <a:t>M6x30 bolt mm (</a:t>
            </a:r>
            <a:r>
              <a:rPr lang="en-GB" sz="2000" dirty="0">
                <a:solidFill>
                  <a:schemeClr val="accent6"/>
                </a:solidFill>
              </a:rPr>
              <a:t>x3</a:t>
            </a:r>
            <a:r>
              <a:rPr lang="en-GB" sz="2000" dirty="0"/>
              <a:t>)</a:t>
            </a:r>
          </a:p>
          <a:p>
            <a:pPr marL="285750" indent="-285750"/>
            <a:r>
              <a:rPr lang="en-GB" sz="2000" dirty="0"/>
              <a:t>M6x25 bolt mm (</a:t>
            </a:r>
            <a:r>
              <a:rPr lang="en-GB" sz="2000" dirty="0">
                <a:solidFill>
                  <a:schemeClr val="accent6"/>
                </a:solidFill>
              </a:rPr>
              <a:t>x3</a:t>
            </a:r>
            <a:r>
              <a:rPr lang="en-GB" sz="2000" dirty="0"/>
              <a:t>)</a:t>
            </a:r>
          </a:p>
          <a:p>
            <a:pPr marL="285750" indent="-285750"/>
            <a:r>
              <a:rPr lang="en-GB" sz="2000" dirty="0"/>
              <a:t>M6x20 bolt mm (</a:t>
            </a:r>
            <a:r>
              <a:rPr lang="en-GB" sz="2000" dirty="0">
                <a:solidFill>
                  <a:schemeClr val="accent6"/>
                </a:solidFill>
              </a:rPr>
              <a:t>x3</a:t>
            </a:r>
            <a:r>
              <a:rPr lang="en-GB" sz="2000" dirty="0"/>
              <a:t>)</a:t>
            </a:r>
          </a:p>
          <a:p>
            <a:pPr marL="285750" indent="-285750"/>
            <a:r>
              <a:rPr lang="en-GB" sz="2000" dirty="0"/>
              <a:t>M6x16 bolt mm (</a:t>
            </a:r>
            <a:r>
              <a:rPr lang="en-GB" sz="2000" dirty="0">
                <a:solidFill>
                  <a:schemeClr val="accent6"/>
                </a:solidFill>
              </a:rPr>
              <a:t>x1</a:t>
            </a:r>
            <a:r>
              <a:rPr lang="en-GB" sz="2000" dirty="0"/>
              <a:t>)</a:t>
            </a:r>
          </a:p>
          <a:p>
            <a:pPr marL="0" indent="0">
              <a:buNone/>
            </a:pPr>
            <a:endParaRPr lang="en-GB" sz="2000" dirty="0"/>
          </a:p>
        </p:txBody>
      </p:sp>
      <p:pic>
        <p:nvPicPr>
          <p:cNvPr id="8" name="Picture 7">
            <a:extLst>
              <a:ext uri="{FF2B5EF4-FFF2-40B4-BE49-F238E27FC236}">
                <a16:creationId xmlns:a16="http://schemas.microsoft.com/office/drawing/2014/main" id="{4BC3B1C7-F05B-E97C-DE6D-A6B9148471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2173" y="471948"/>
            <a:ext cx="3576454" cy="3026574"/>
          </a:xfrm>
          <a:prstGeom prst="rect">
            <a:avLst/>
          </a:prstGeom>
        </p:spPr>
      </p:pic>
    </p:spTree>
    <p:extLst>
      <p:ext uri="{BB962C8B-B14F-4D97-AF65-F5344CB8AC3E}">
        <p14:creationId xmlns:p14="http://schemas.microsoft.com/office/powerpoint/2010/main" val="13894640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F4E93-586F-376B-2C4A-93932AE0B3F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777BCC2-ED7F-0A39-09AA-C58B22438681}"/>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12EF719E-F349-E9B9-5C56-F27504DDD308}"/>
              </a:ext>
            </a:extLst>
          </p:cNvPr>
          <p:cNvSpPr>
            <a:spLocks noGrp="1"/>
          </p:cNvSpPr>
          <p:nvPr>
            <p:ph type="title"/>
          </p:nvPr>
        </p:nvSpPr>
        <p:spPr/>
        <p:txBody>
          <a:bodyPr/>
          <a:lstStyle/>
          <a:p>
            <a:r>
              <a:rPr lang="en-GB" dirty="0">
                <a:solidFill>
                  <a:schemeClr val="bg1"/>
                </a:solidFill>
              </a:rPr>
              <a:t>Step 1</a:t>
            </a:r>
          </a:p>
        </p:txBody>
      </p:sp>
      <p:pic>
        <p:nvPicPr>
          <p:cNvPr id="4" name="Picture 3">
            <a:extLst>
              <a:ext uri="{FF2B5EF4-FFF2-40B4-BE49-F238E27FC236}">
                <a16:creationId xmlns:a16="http://schemas.microsoft.com/office/drawing/2014/main" id="{4F1BA1A9-9386-20F3-EB70-8CE0750587C0}"/>
              </a:ext>
            </a:extLst>
          </p:cNvPr>
          <p:cNvPicPr>
            <a:picLocks noChangeAspect="1"/>
          </p:cNvPicPr>
          <p:nvPr/>
        </p:nvPicPr>
        <p:blipFill>
          <a:blip r:embed="rId2">
            <a:extLst>
              <a:ext uri="{28A0092B-C50C-407E-A947-70E740481C1C}">
                <a14:useLocalDpi xmlns:a14="http://schemas.microsoft.com/office/drawing/2010/main" val="0"/>
              </a:ext>
            </a:extLst>
          </a:blip>
          <a:srcRect l="9667" t="17185" r="3889" b="23259"/>
          <a:stretch>
            <a:fillRect/>
          </a:stretch>
        </p:blipFill>
        <p:spPr>
          <a:xfrm>
            <a:off x="5358581" y="2280620"/>
            <a:ext cx="6228188" cy="3218164"/>
          </a:xfrm>
          <a:prstGeom prst="rect">
            <a:avLst/>
          </a:prstGeom>
        </p:spPr>
      </p:pic>
      <p:sp>
        <p:nvSpPr>
          <p:cNvPr id="8" name="Content Placeholder 2">
            <a:extLst>
              <a:ext uri="{FF2B5EF4-FFF2-40B4-BE49-F238E27FC236}">
                <a16:creationId xmlns:a16="http://schemas.microsoft.com/office/drawing/2014/main" id="{9BC58EDA-4C35-19E0-0343-98963BECB474}"/>
              </a:ext>
            </a:extLst>
          </p:cNvPr>
          <p:cNvSpPr>
            <a:spLocks noGrp="1"/>
          </p:cNvSpPr>
          <p:nvPr>
            <p:ph idx="1"/>
          </p:nvPr>
        </p:nvSpPr>
        <p:spPr>
          <a:xfrm>
            <a:off x="245806" y="1825625"/>
            <a:ext cx="4595434" cy="4351338"/>
          </a:xfrm>
        </p:spPr>
        <p:txBody>
          <a:bodyPr>
            <a:normAutofit fontScale="92500" lnSpcReduction="10000"/>
          </a:bodyPr>
          <a:lstStyle/>
          <a:p>
            <a:pPr marL="0" indent="0">
              <a:buNone/>
            </a:pPr>
            <a:r>
              <a:rPr lang="en-GB" sz="2000" b="1" u="sng" dirty="0"/>
              <a:t>What you will need:</a:t>
            </a:r>
          </a:p>
          <a:p>
            <a:r>
              <a:rPr lang="en-GB" sz="2000" dirty="0"/>
              <a:t>LED box holder</a:t>
            </a:r>
          </a:p>
          <a:p>
            <a:r>
              <a:rPr lang="en-GB" sz="2000" dirty="0"/>
              <a:t>LED array</a:t>
            </a:r>
          </a:p>
          <a:p>
            <a:r>
              <a:rPr lang="en-GB" sz="2000" dirty="0"/>
              <a:t>Super-glue</a:t>
            </a:r>
          </a:p>
          <a:p>
            <a:endParaRPr lang="en-GB" sz="2000" dirty="0"/>
          </a:p>
          <a:p>
            <a:pPr marL="0" indent="0">
              <a:buNone/>
            </a:pPr>
            <a:r>
              <a:rPr lang="en-GB" sz="2000" b="1" u="sng" dirty="0"/>
              <a:t>TODO: </a:t>
            </a:r>
          </a:p>
          <a:p>
            <a:pPr marL="457200" indent="-457200">
              <a:buFont typeface="+mj-lt"/>
              <a:buAutoNum type="arabicPeriod"/>
            </a:pPr>
            <a:r>
              <a:rPr lang="en-GB" sz="2000" dirty="0"/>
              <a:t>Thread LED wires through the square holes in the 3D printed box. Position the LED array to the edges of the box and superglue along the edges and the middle to ensure good contact.</a:t>
            </a:r>
          </a:p>
          <a:p>
            <a:pPr marL="457200" indent="-457200">
              <a:buFont typeface="+mj-lt"/>
              <a:buAutoNum type="arabicPeriod"/>
            </a:pPr>
            <a:r>
              <a:rPr lang="en-GB" sz="2000" dirty="0"/>
              <a:t>Place upside-down on a flat surface and leave to dry.</a:t>
            </a:r>
          </a:p>
          <a:p>
            <a:pPr marL="0" indent="0">
              <a:buNone/>
            </a:pPr>
            <a:endParaRPr lang="en-GB" sz="2000" dirty="0"/>
          </a:p>
        </p:txBody>
      </p:sp>
    </p:spTree>
    <p:extLst>
      <p:ext uri="{BB962C8B-B14F-4D97-AF65-F5344CB8AC3E}">
        <p14:creationId xmlns:p14="http://schemas.microsoft.com/office/powerpoint/2010/main" val="1466766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C5823-2EC9-AD65-4265-8DD5DBEFD7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6B19678-CCA9-0D0B-9810-733ECF1CCF01}"/>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0DB450C-F6C4-5A08-C760-A36F83DF1DCE}"/>
              </a:ext>
            </a:extLst>
          </p:cNvPr>
          <p:cNvSpPr>
            <a:spLocks noGrp="1"/>
          </p:cNvSpPr>
          <p:nvPr>
            <p:ph type="title"/>
          </p:nvPr>
        </p:nvSpPr>
        <p:spPr/>
        <p:txBody>
          <a:bodyPr/>
          <a:lstStyle/>
          <a:p>
            <a:r>
              <a:rPr lang="en-GB" dirty="0">
                <a:solidFill>
                  <a:schemeClr val="bg1"/>
                </a:solidFill>
              </a:rPr>
              <a:t>Step 2(a)</a:t>
            </a:r>
          </a:p>
        </p:txBody>
      </p:sp>
      <p:pic>
        <p:nvPicPr>
          <p:cNvPr id="5" name="Picture 4">
            <a:extLst>
              <a:ext uri="{FF2B5EF4-FFF2-40B4-BE49-F238E27FC236}">
                <a16:creationId xmlns:a16="http://schemas.microsoft.com/office/drawing/2014/main" id="{63A7AF38-88C7-C2A9-39B8-5A2D985B3684}"/>
              </a:ext>
            </a:extLst>
          </p:cNvPr>
          <p:cNvPicPr>
            <a:picLocks noChangeAspect="1"/>
          </p:cNvPicPr>
          <p:nvPr/>
        </p:nvPicPr>
        <p:blipFill>
          <a:blip r:embed="rId2">
            <a:extLst>
              <a:ext uri="{28A0092B-C50C-407E-A947-70E740481C1C}">
                <a14:useLocalDpi xmlns:a14="http://schemas.microsoft.com/office/drawing/2010/main" val="0"/>
              </a:ext>
            </a:extLst>
          </a:blip>
          <a:srcRect l="6556" t="12593" r="9111" b="15259"/>
          <a:stretch>
            <a:fillRect/>
          </a:stretch>
        </p:blipFill>
        <p:spPr>
          <a:xfrm>
            <a:off x="4841239" y="1859280"/>
            <a:ext cx="6745531" cy="4328160"/>
          </a:xfrm>
          <a:prstGeom prst="rect">
            <a:avLst/>
          </a:prstGeom>
        </p:spPr>
      </p:pic>
      <p:sp>
        <p:nvSpPr>
          <p:cNvPr id="10" name="Content Placeholder 2">
            <a:extLst>
              <a:ext uri="{FF2B5EF4-FFF2-40B4-BE49-F238E27FC236}">
                <a16:creationId xmlns:a16="http://schemas.microsoft.com/office/drawing/2014/main" id="{41B61F9B-600E-727B-454A-C43EB99AFEAA}"/>
              </a:ext>
            </a:extLst>
          </p:cNvPr>
          <p:cNvSpPr>
            <a:spLocks noGrp="1"/>
          </p:cNvSpPr>
          <p:nvPr>
            <p:ph idx="1"/>
          </p:nvPr>
        </p:nvSpPr>
        <p:spPr>
          <a:xfrm>
            <a:off x="245806" y="1825625"/>
            <a:ext cx="4595434" cy="4351338"/>
          </a:xfrm>
        </p:spPr>
        <p:txBody>
          <a:bodyPr>
            <a:normAutofit/>
          </a:bodyPr>
          <a:lstStyle/>
          <a:p>
            <a:pPr marL="0" indent="0">
              <a:buNone/>
            </a:pPr>
            <a:r>
              <a:rPr lang="en-GB" sz="2000" b="1" u="sng" dirty="0"/>
              <a:t>What you will need:</a:t>
            </a:r>
          </a:p>
          <a:p>
            <a:r>
              <a:rPr lang="en-GB" sz="2000" dirty="0"/>
              <a:t>External posts</a:t>
            </a:r>
          </a:p>
          <a:p>
            <a:r>
              <a:rPr lang="en-GB" sz="2000" dirty="0"/>
              <a:t>Microscope base plate</a:t>
            </a:r>
          </a:p>
          <a:p>
            <a:r>
              <a:rPr lang="en-GB" sz="2000" dirty="0"/>
              <a:t>Hex nut tool</a:t>
            </a:r>
          </a:p>
          <a:p>
            <a:r>
              <a:rPr lang="en-GB" sz="2000" dirty="0"/>
              <a:t>M6x25 mm bolts (x3)</a:t>
            </a:r>
          </a:p>
          <a:p>
            <a:r>
              <a:rPr lang="en-GB" sz="2000" dirty="0"/>
              <a:t>M6 nuts (x3)</a:t>
            </a:r>
          </a:p>
          <a:p>
            <a:pPr marL="0" indent="0">
              <a:buNone/>
            </a:pPr>
            <a:endParaRPr lang="en-GB" sz="2000" dirty="0"/>
          </a:p>
        </p:txBody>
      </p:sp>
    </p:spTree>
    <p:extLst>
      <p:ext uri="{BB962C8B-B14F-4D97-AF65-F5344CB8AC3E}">
        <p14:creationId xmlns:p14="http://schemas.microsoft.com/office/powerpoint/2010/main" val="3774115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5B220-2051-C11C-B302-F23B5E9C3E8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3D52D4A-C5B4-05DC-7020-E2743E8A04C7}"/>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6F79377D-3EA1-2772-7CF5-820566037C80}"/>
              </a:ext>
            </a:extLst>
          </p:cNvPr>
          <p:cNvPicPr>
            <a:picLocks noChangeAspect="1"/>
          </p:cNvPicPr>
          <p:nvPr/>
        </p:nvPicPr>
        <p:blipFill>
          <a:blip r:embed="rId2">
            <a:extLst>
              <a:ext uri="{28A0092B-C50C-407E-A947-70E740481C1C}">
                <a14:useLocalDpi xmlns:a14="http://schemas.microsoft.com/office/drawing/2010/main" val="0"/>
              </a:ext>
            </a:extLst>
          </a:blip>
          <a:srcRect l="8667" t="12436" r="8555" b="15712"/>
          <a:stretch>
            <a:fillRect/>
          </a:stretch>
        </p:blipFill>
        <p:spPr>
          <a:xfrm>
            <a:off x="4841238" y="1796053"/>
            <a:ext cx="6745531" cy="4391387"/>
          </a:xfrm>
          <a:prstGeom prst="rect">
            <a:avLst/>
          </a:prstGeom>
        </p:spPr>
      </p:pic>
      <p:sp>
        <p:nvSpPr>
          <p:cNvPr id="2" name="Title 1">
            <a:extLst>
              <a:ext uri="{FF2B5EF4-FFF2-40B4-BE49-F238E27FC236}">
                <a16:creationId xmlns:a16="http://schemas.microsoft.com/office/drawing/2014/main" id="{B21DB002-F2DF-6516-DBC3-CE769066D54A}"/>
              </a:ext>
            </a:extLst>
          </p:cNvPr>
          <p:cNvSpPr>
            <a:spLocks noGrp="1"/>
          </p:cNvSpPr>
          <p:nvPr>
            <p:ph type="title"/>
          </p:nvPr>
        </p:nvSpPr>
        <p:spPr/>
        <p:txBody>
          <a:bodyPr/>
          <a:lstStyle/>
          <a:p>
            <a:r>
              <a:rPr lang="en-GB" dirty="0">
                <a:solidFill>
                  <a:schemeClr val="bg1"/>
                </a:solidFill>
              </a:rPr>
              <a:t>Step 2(b)</a:t>
            </a:r>
          </a:p>
        </p:txBody>
      </p:sp>
      <p:sp>
        <p:nvSpPr>
          <p:cNvPr id="3" name="Content Placeholder 2">
            <a:extLst>
              <a:ext uri="{FF2B5EF4-FFF2-40B4-BE49-F238E27FC236}">
                <a16:creationId xmlns:a16="http://schemas.microsoft.com/office/drawing/2014/main" id="{0E5DC045-D2E6-7097-9CD3-387ED0AB1364}"/>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Place the 3 M6x25 mm bolts through the bottom of the microscope base plate.</a:t>
            </a:r>
          </a:p>
          <a:p>
            <a:endParaRPr lang="en-GB" sz="2000" dirty="0"/>
          </a:p>
          <a:p>
            <a:pPr marL="0" indent="0">
              <a:buNone/>
            </a:pPr>
            <a:endParaRPr lang="en-GB" sz="2000" dirty="0"/>
          </a:p>
        </p:txBody>
      </p:sp>
    </p:spTree>
    <p:extLst>
      <p:ext uri="{BB962C8B-B14F-4D97-AF65-F5344CB8AC3E}">
        <p14:creationId xmlns:p14="http://schemas.microsoft.com/office/powerpoint/2010/main" val="51206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AE26B-AE46-1251-26A7-4041FD4149E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DF2A6B9-B46A-EC08-0ECC-3E9DE301AECD}"/>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B292425A-85BE-3EA0-FC0A-5E6C7274B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6411" y="1796052"/>
            <a:ext cx="5855184" cy="4391388"/>
          </a:xfrm>
          <a:prstGeom prst="rect">
            <a:avLst/>
          </a:prstGeom>
        </p:spPr>
      </p:pic>
      <p:sp>
        <p:nvSpPr>
          <p:cNvPr id="2" name="Title 1">
            <a:extLst>
              <a:ext uri="{FF2B5EF4-FFF2-40B4-BE49-F238E27FC236}">
                <a16:creationId xmlns:a16="http://schemas.microsoft.com/office/drawing/2014/main" id="{7E65DCE7-B797-9506-7623-8D41FC8C3AC6}"/>
              </a:ext>
            </a:extLst>
          </p:cNvPr>
          <p:cNvSpPr>
            <a:spLocks noGrp="1"/>
          </p:cNvSpPr>
          <p:nvPr>
            <p:ph type="title"/>
          </p:nvPr>
        </p:nvSpPr>
        <p:spPr/>
        <p:txBody>
          <a:bodyPr/>
          <a:lstStyle/>
          <a:p>
            <a:r>
              <a:rPr lang="en-GB" dirty="0">
                <a:solidFill>
                  <a:schemeClr val="bg1"/>
                </a:solidFill>
              </a:rPr>
              <a:t>Step 2(c)</a:t>
            </a:r>
          </a:p>
        </p:txBody>
      </p:sp>
      <p:sp>
        <p:nvSpPr>
          <p:cNvPr id="3" name="Content Placeholder 2">
            <a:extLst>
              <a:ext uri="{FF2B5EF4-FFF2-40B4-BE49-F238E27FC236}">
                <a16:creationId xmlns:a16="http://schemas.microsoft.com/office/drawing/2014/main" id="{1370B8CF-D5A1-58E1-094B-BCF282D96551}"/>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Next, place one of the external posts onto a bolt.</a:t>
            </a:r>
          </a:p>
          <a:p>
            <a:pPr marL="0" indent="0">
              <a:buNone/>
            </a:pPr>
            <a:endParaRPr lang="en-GB" sz="2000" dirty="0"/>
          </a:p>
        </p:txBody>
      </p:sp>
    </p:spTree>
    <p:extLst>
      <p:ext uri="{BB962C8B-B14F-4D97-AF65-F5344CB8AC3E}">
        <p14:creationId xmlns:p14="http://schemas.microsoft.com/office/powerpoint/2010/main" val="1536740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32C16-CB5A-DA93-E432-032C65A6D79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9F4C300-1D02-687A-B597-03050489EE2C}"/>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20A265D-3D3E-BDD6-0C56-0E91367E9951}"/>
              </a:ext>
            </a:extLst>
          </p:cNvPr>
          <p:cNvSpPr>
            <a:spLocks noGrp="1"/>
          </p:cNvSpPr>
          <p:nvPr>
            <p:ph type="title"/>
          </p:nvPr>
        </p:nvSpPr>
        <p:spPr/>
        <p:txBody>
          <a:bodyPr/>
          <a:lstStyle/>
          <a:p>
            <a:r>
              <a:rPr lang="en-GB" dirty="0">
                <a:solidFill>
                  <a:schemeClr val="bg1"/>
                </a:solidFill>
              </a:rPr>
              <a:t>Step 2(d)</a:t>
            </a:r>
          </a:p>
        </p:txBody>
      </p:sp>
      <p:pic>
        <p:nvPicPr>
          <p:cNvPr id="4" name="Picture 3">
            <a:extLst>
              <a:ext uri="{FF2B5EF4-FFF2-40B4-BE49-F238E27FC236}">
                <a16:creationId xmlns:a16="http://schemas.microsoft.com/office/drawing/2014/main" id="{767CEC11-0BA4-D30D-7902-CC7FFD04F54D}"/>
              </a:ext>
            </a:extLst>
          </p:cNvPr>
          <p:cNvPicPr>
            <a:picLocks noChangeAspect="1"/>
          </p:cNvPicPr>
          <p:nvPr/>
        </p:nvPicPr>
        <p:blipFill>
          <a:blip r:embed="rId2">
            <a:extLst>
              <a:ext uri="{28A0092B-C50C-407E-A947-70E740481C1C}">
                <a14:useLocalDpi xmlns:a14="http://schemas.microsoft.com/office/drawing/2010/main" val="0"/>
              </a:ext>
            </a:extLst>
          </a:blip>
          <a:srcRect t="21185" b="11407"/>
          <a:stretch>
            <a:fillRect/>
          </a:stretch>
        </p:blipFill>
        <p:spPr>
          <a:xfrm>
            <a:off x="3287399" y="4704580"/>
            <a:ext cx="2251587" cy="2023649"/>
          </a:xfrm>
          <a:prstGeom prst="rect">
            <a:avLst/>
          </a:prstGeom>
        </p:spPr>
      </p:pic>
      <p:sp>
        <p:nvSpPr>
          <p:cNvPr id="3" name="Content Placeholder 2">
            <a:extLst>
              <a:ext uri="{FF2B5EF4-FFF2-40B4-BE49-F238E27FC236}">
                <a16:creationId xmlns:a16="http://schemas.microsoft.com/office/drawing/2014/main" id="{B9E60C12-4915-45E6-2641-A6E52B8EB491}"/>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Using the hex nut tool, carefully screw an M6 nut onto the bolt to attach the external post</a:t>
            </a:r>
          </a:p>
          <a:p>
            <a:pPr marL="0" indent="0">
              <a:buNone/>
            </a:pPr>
            <a:r>
              <a:rPr lang="en-GB" sz="2000" b="1" u="sng" dirty="0"/>
              <a:t>Tip:</a:t>
            </a:r>
          </a:p>
          <a:p>
            <a:r>
              <a:rPr lang="en-GB" sz="2000" dirty="0"/>
              <a:t>Place nut and hex tool into external post to ensure good contact before placing the post onto the bolt and threading.</a:t>
            </a:r>
          </a:p>
        </p:txBody>
      </p:sp>
      <p:grpSp>
        <p:nvGrpSpPr>
          <p:cNvPr id="24" name="Group 23">
            <a:extLst>
              <a:ext uri="{FF2B5EF4-FFF2-40B4-BE49-F238E27FC236}">
                <a16:creationId xmlns:a16="http://schemas.microsoft.com/office/drawing/2014/main" id="{572964D7-32A6-3E06-F312-BB39AC00BF65}"/>
              </a:ext>
            </a:extLst>
          </p:cNvPr>
          <p:cNvGrpSpPr/>
          <p:nvPr/>
        </p:nvGrpSpPr>
        <p:grpSpPr>
          <a:xfrm>
            <a:off x="6236733" y="1037303"/>
            <a:ext cx="5375163" cy="5464784"/>
            <a:chOff x="6236733" y="1037303"/>
            <a:chExt cx="5375163" cy="5464784"/>
          </a:xfrm>
        </p:grpSpPr>
        <p:pic>
          <p:nvPicPr>
            <p:cNvPr id="6" name="Picture 5">
              <a:extLst>
                <a:ext uri="{FF2B5EF4-FFF2-40B4-BE49-F238E27FC236}">
                  <a16:creationId xmlns:a16="http://schemas.microsoft.com/office/drawing/2014/main" id="{8BCC14A7-62C2-034F-2B50-31A4E5A622D0}"/>
                </a:ext>
              </a:extLst>
            </p:cNvPr>
            <p:cNvPicPr>
              <a:picLocks noChangeAspect="1"/>
            </p:cNvPicPr>
            <p:nvPr/>
          </p:nvPicPr>
          <p:blipFill>
            <a:blip r:embed="rId3">
              <a:extLst>
                <a:ext uri="{28A0092B-C50C-407E-A947-70E740481C1C}">
                  <a14:useLocalDpi xmlns:a14="http://schemas.microsoft.com/office/drawing/2010/main" val="0"/>
                </a:ext>
              </a:extLst>
            </a:blip>
            <a:srcRect l="15112" r="11119"/>
            <a:stretch>
              <a:fillRect/>
            </a:stretch>
          </p:blipFill>
          <p:spPr>
            <a:xfrm>
              <a:off x="6236733" y="1037303"/>
              <a:ext cx="5375163" cy="5464784"/>
            </a:xfrm>
            <a:prstGeom prst="rect">
              <a:avLst/>
            </a:prstGeom>
          </p:spPr>
        </p:pic>
        <p:cxnSp>
          <p:nvCxnSpPr>
            <p:cNvPr id="9" name="Connector: Curved 8">
              <a:extLst>
                <a:ext uri="{FF2B5EF4-FFF2-40B4-BE49-F238E27FC236}">
                  <a16:creationId xmlns:a16="http://schemas.microsoft.com/office/drawing/2014/main" id="{8CF183EC-8C91-EC1E-B487-1D54EDB01848}"/>
                </a:ext>
              </a:extLst>
            </p:cNvPr>
            <p:cNvCxnSpPr>
              <a:cxnSpLocks/>
            </p:cNvCxnSpPr>
            <p:nvPr/>
          </p:nvCxnSpPr>
          <p:spPr>
            <a:xfrm rot="10800000" flipV="1">
              <a:off x="8794523" y="1515295"/>
              <a:ext cx="373631" cy="350785"/>
            </a:xfrm>
            <a:prstGeom prst="curvedConnector3">
              <a:avLst>
                <a:gd name="adj1" fmla="val -163155"/>
              </a:avLst>
            </a:prstGeom>
            <a:ln w="38100">
              <a:solidFill>
                <a:srgbClr val="E9713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6A8E9BB7-438B-36BC-9C77-7E6F1E58D039}"/>
                </a:ext>
              </a:extLst>
            </p:cNvPr>
            <p:cNvCxnSpPr>
              <a:cxnSpLocks/>
            </p:cNvCxnSpPr>
            <p:nvPr/>
          </p:nvCxnSpPr>
          <p:spPr>
            <a:xfrm rot="10800000" flipV="1">
              <a:off x="8349611" y="1515296"/>
              <a:ext cx="373631" cy="350785"/>
            </a:xfrm>
            <a:prstGeom prst="curvedConnector3">
              <a:avLst>
                <a:gd name="adj1" fmla="val 266488"/>
              </a:avLst>
            </a:prstGeom>
            <a:ln w="38100">
              <a:solidFill>
                <a:srgbClr val="E97132"/>
              </a:solidFill>
              <a:headEnd type="triangle"/>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20071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CA6B-C97F-8E82-09E1-751711FCB08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DE12EAA-7BF0-0507-495B-2F264D5C3780}"/>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DBFFF7F-5E3C-7948-E2FF-063C1C20D814}"/>
              </a:ext>
            </a:extLst>
          </p:cNvPr>
          <p:cNvSpPr>
            <a:spLocks noGrp="1"/>
          </p:cNvSpPr>
          <p:nvPr>
            <p:ph type="title"/>
          </p:nvPr>
        </p:nvSpPr>
        <p:spPr/>
        <p:txBody>
          <a:bodyPr/>
          <a:lstStyle/>
          <a:p>
            <a:r>
              <a:rPr lang="en-GB" dirty="0">
                <a:solidFill>
                  <a:schemeClr val="bg1"/>
                </a:solidFill>
              </a:rPr>
              <a:t>Step 2(e)</a:t>
            </a:r>
          </a:p>
        </p:txBody>
      </p:sp>
      <p:pic>
        <p:nvPicPr>
          <p:cNvPr id="4" name="Picture 3">
            <a:extLst>
              <a:ext uri="{FF2B5EF4-FFF2-40B4-BE49-F238E27FC236}">
                <a16:creationId xmlns:a16="http://schemas.microsoft.com/office/drawing/2014/main" id="{4B82EF4E-F573-6A48-E7B4-BDE8EC366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3840" y="1852193"/>
            <a:ext cx="5775604" cy="4331703"/>
          </a:xfrm>
          <a:prstGeom prst="rect">
            <a:avLst/>
          </a:prstGeom>
        </p:spPr>
      </p:pic>
      <p:sp>
        <p:nvSpPr>
          <p:cNvPr id="3" name="Content Placeholder 2">
            <a:extLst>
              <a:ext uri="{FF2B5EF4-FFF2-40B4-BE49-F238E27FC236}">
                <a16:creationId xmlns:a16="http://schemas.microsoft.com/office/drawing/2014/main" id="{00E00F4F-E827-4D1D-DED6-2ED24B23F606}"/>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Repeat Step 2 (c) and (d) for the remaining two external posts.</a:t>
            </a:r>
          </a:p>
          <a:p>
            <a:pPr marL="457200" indent="-457200">
              <a:buFont typeface="+mj-lt"/>
              <a:buAutoNum type="arabicPeriod"/>
            </a:pPr>
            <a:r>
              <a:rPr lang="en-GB" sz="2000" dirty="0"/>
              <a:t>Each post can be twisted into positions (shown on the image) and retightened if required.</a:t>
            </a:r>
          </a:p>
          <a:p>
            <a:pPr marL="0" indent="0">
              <a:buNone/>
            </a:pPr>
            <a:endParaRPr lang="en-GB" sz="2000" dirty="0"/>
          </a:p>
        </p:txBody>
      </p:sp>
    </p:spTree>
    <p:extLst>
      <p:ext uri="{BB962C8B-B14F-4D97-AF65-F5344CB8AC3E}">
        <p14:creationId xmlns:p14="http://schemas.microsoft.com/office/powerpoint/2010/main" val="512197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F9884-036A-51EF-FBD6-855E254823B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5C793A9-4CDD-0EF6-2589-FCFBFF7181F4}"/>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167FC5-5B9E-5CBF-14A8-A64E6218A8B5}"/>
              </a:ext>
            </a:extLst>
          </p:cNvPr>
          <p:cNvSpPr>
            <a:spLocks noGrp="1"/>
          </p:cNvSpPr>
          <p:nvPr>
            <p:ph type="title"/>
          </p:nvPr>
        </p:nvSpPr>
        <p:spPr/>
        <p:txBody>
          <a:bodyPr/>
          <a:lstStyle/>
          <a:p>
            <a:r>
              <a:rPr lang="en-GB" dirty="0">
                <a:solidFill>
                  <a:schemeClr val="bg1"/>
                </a:solidFill>
              </a:rPr>
              <a:t>Step 3(a)</a:t>
            </a:r>
          </a:p>
        </p:txBody>
      </p:sp>
      <p:pic>
        <p:nvPicPr>
          <p:cNvPr id="4" name="Picture 3">
            <a:extLst>
              <a:ext uri="{FF2B5EF4-FFF2-40B4-BE49-F238E27FC236}">
                <a16:creationId xmlns:a16="http://schemas.microsoft.com/office/drawing/2014/main" id="{A9769A45-D58D-749E-2190-AD0278561E80}"/>
              </a:ext>
            </a:extLst>
          </p:cNvPr>
          <p:cNvPicPr>
            <a:picLocks noChangeAspect="1"/>
          </p:cNvPicPr>
          <p:nvPr/>
        </p:nvPicPr>
        <p:blipFill>
          <a:blip r:embed="rId2">
            <a:extLst>
              <a:ext uri="{28A0092B-C50C-407E-A947-70E740481C1C}">
                <a14:useLocalDpi xmlns:a14="http://schemas.microsoft.com/office/drawing/2010/main" val="0"/>
              </a:ext>
            </a:extLst>
          </a:blip>
          <a:srcRect l="14619" r="15127" b="7270"/>
          <a:stretch>
            <a:fillRect/>
          </a:stretch>
        </p:blipFill>
        <p:spPr>
          <a:xfrm rot="16200000">
            <a:off x="6297549" y="650595"/>
            <a:ext cx="3832913" cy="6745529"/>
          </a:xfrm>
          <a:prstGeom prst="rect">
            <a:avLst/>
          </a:prstGeom>
        </p:spPr>
      </p:pic>
      <p:sp>
        <p:nvSpPr>
          <p:cNvPr id="8" name="Content Placeholder 2">
            <a:extLst>
              <a:ext uri="{FF2B5EF4-FFF2-40B4-BE49-F238E27FC236}">
                <a16:creationId xmlns:a16="http://schemas.microsoft.com/office/drawing/2014/main" id="{8598C59E-F632-C905-DAB5-1330EC253532}"/>
              </a:ext>
            </a:extLst>
          </p:cNvPr>
          <p:cNvSpPr>
            <a:spLocks noGrp="1"/>
          </p:cNvSpPr>
          <p:nvPr>
            <p:ph idx="1"/>
          </p:nvPr>
        </p:nvSpPr>
        <p:spPr>
          <a:xfrm>
            <a:off x="245806" y="1825625"/>
            <a:ext cx="4595434" cy="4351338"/>
          </a:xfrm>
        </p:spPr>
        <p:txBody>
          <a:bodyPr>
            <a:normAutofit/>
          </a:bodyPr>
          <a:lstStyle/>
          <a:p>
            <a:pPr marL="0" indent="0">
              <a:buNone/>
            </a:pPr>
            <a:r>
              <a:rPr lang="en-GB" sz="2000" b="1" u="sng" dirty="0"/>
              <a:t>What you will need:</a:t>
            </a:r>
          </a:p>
          <a:p>
            <a:r>
              <a:rPr lang="en-GB" sz="2000" dirty="0"/>
              <a:t>Internal posts</a:t>
            </a:r>
          </a:p>
          <a:p>
            <a:r>
              <a:rPr lang="en-GB" sz="2000" dirty="0"/>
              <a:t>LED canopy</a:t>
            </a:r>
          </a:p>
          <a:p>
            <a:r>
              <a:rPr lang="en-GB" sz="2000" dirty="0"/>
              <a:t>M6x30 mm bolts (x3)</a:t>
            </a:r>
          </a:p>
          <a:p>
            <a:r>
              <a:rPr lang="en-GB" sz="2000" dirty="0"/>
              <a:t>M6 nuts (x3)</a:t>
            </a:r>
          </a:p>
          <a:p>
            <a:pPr marL="0" indent="0">
              <a:buNone/>
            </a:pPr>
            <a:r>
              <a:rPr lang="en-GB" sz="2000" b="1" u="sng" dirty="0"/>
              <a:t>Tools:</a:t>
            </a:r>
          </a:p>
          <a:p>
            <a:pPr marL="285750" indent="-285750"/>
            <a:r>
              <a:rPr lang="en-GB" sz="2000" dirty="0"/>
              <a:t>5 mm hex key M6 tool</a:t>
            </a:r>
          </a:p>
          <a:p>
            <a:pPr marL="285750" indent="-285750"/>
            <a:r>
              <a:rPr lang="en-GB" sz="2000" dirty="0"/>
              <a:t>2.5 mm hex key M3 tool</a:t>
            </a:r>
          </a:p>
        </p:txBody>
      </p:sp>
    </p:spTree>
    <p:extLst>
      <p:ext uri="{BB962C8B-B14F-4D97-AF65-F5344CB8AC3E}">
        <p14:creationId xmlns:p14="http://schemas.microsoft.com/office/powerpoint/2010/main" val="1084858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A49B-3487-1DDA-A167-C2F6BC673ED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57A17C7-6EC3-B246-2B8D-E3DA957EDCA1}"/>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2D8CF2C-16C5-F367-C742-E7A99CD853E4}"/>
              </a:ext>
            </a:extLst>
          </p:cNvPr>
          <p:cNvSpPr>
            <a:spLocks noGrp="1"/>
          </p:cNvSpPr>
          <p:nvPr>
            <p:ph type="title"/>
          </p:nvPr>
        </p:nvSpPr>
        <p:spPr/>
        <p:txBody>
          <a:bodyPr/>
          <a:lstStyle/>
          <a:p>
            <a:r>
              <a:rPr lang="en-GB" dirty="0">
                <a:solidFill>
                  <a:schemeClr val="bg1"/>
                </a:solidFill>
              </a:rPr>
              <a:t>Step 3(b)</a:t>
            </a:r>
          </a:p>
        </p:txBody>
      </p:sp>
      <p:pic>
        <p:nvPicPr>
          <p:cNvPr id="4" name="Picture 3">
            <a:extLst>
              <a:ext uri="{FF2B5EF4-FFF2-40B4-BE49-F238E27FC236}">
                <a16:creationId xmlns:a16="http://schemas.microsoft.com/office/drawing/2014/main" id="{3BEB8C7A-D299-4770-48F5-8653AFBF1192}"/>
              </a:ext>
            </a:extLst>
          </p:cNvPr>
          <p:cNvPicPr>
            <a:picLocks noChangeAspect="1"/>
          </p:cNvPicPr>
          <p:nvPr/>
        </p:nvPicPr>
        <p:blipFill>
          <a:blip r:embed="rId2">
            <a:extLst>
              <a:ext uri="{28A0092B-C50C-407E-A947-70E740481C1C}">
                <a14:useLocalDpi xmlns:a14="http://schemas.microsoft.com/office/drawing/2010/main" val="0"/>
              </a:ext>
            </a:extLst>
          </a:blip>
          <a:srcRect t="21777" b="15111"/>
          <a:stretch>
            <a:fillRect/>
          </a:stretch>
        </p:blipFill>
        <p:spPr>
          <a:xfrm>
            <a:off x="5642254" y="1859280"/>
            <a:ext cx="5143500" cy="4328160"/>
          </a:xfrm>
          <a:prstGeom prst="rect">
            <a:avLst/>
          </a:prstGeom>
        </p:spPr>
      </p:pic>
      <p:sp>
        <p:nvSpPr>
          <p:cNvPr id="8" name="Content Placeholder 2">
            <a:extLst>
              <a:ext uri="{FF2B5EF4-FFF2-40B4-BE49-F238E27FC236}">
                <a16:creationId xmlns:a16="http://schemas.microsoft.com/office/drawing/2014/main" id="{4D15972C-BF78-36FC-7265-B8431F7609D4}"/>
              </a:ext>
            </a:extLst>
          </p:cNvPr>
          <p:cNvSpPr txBox="1">
            <a:spLocks/>
          </p:cNvSpPr>
          <p:nvPr/>
        </p:nvSpPr>
        <p:spPr>
          <a:xfrm>
            <a:off x="245806" y="1825625"/>
            <a:ext cx="45954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a:t>
            </a:r>
          </a:p>
          <a:p>
            <a:pPr marL="457200" indent="-457200">
              <a:buFont typeface="+mj-lt"/>
              <a:buAutoNum type="arabicPeriod"/>
            </a:pPr>
            <a:r>
              <a:rPr lang="en-GB" sz="2000" dirty="0"/>
              <a:t>Place the 3 M6x30 mm bolts through the top of the LED canopy, so that the top of each bolt is flush to the surface.</a:t>
            </a:r>
          </a:p>
          <a:p>
            <a:pPr marL="0" indent="0">
              <a:buFont typeface="Arial" panose="020B0604020202020204" pitchFamily="34" charset="0"/>
              <a:buNone/>
            </a:pPr>
            <a:endParaRPr lang="en-GB" sz="2000" dirty="0"/>
          </a:p>
        </p:txBody>
      </p:sp>
    </p:spTree>
    <p:extLst>
      <p:ext uri="{BB962C8B-B14F-4D97-AF65-F5344CB8AC3E}">
        <p14:creationId xmlns:p14="http://schemas.microsoft.com/office/powerpoint/2010/main" val="3551541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E89BD-0395-830E-FFD2-37E2A85BD0B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F17D59B-2968-B0F6-D54F-631214F14BF5}"/>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2996C3C-3310-906E-2863-309C6C8A7B64}"/>
              </a:ext>
            </a:extLst>
          </p:cNvPr>
          <p:cNvSpPr>
            <a:spLocks noGrp="1"/>
          </p:cNvSpPr>
          <p:nvPr>
            <p:ph type="title"/>
          </p:nvPr>
        </p:nvSpPr>
        <p:spPr/>
        <p:txBody>
          <a:bodyPr/>
          <a:lstStyle/>
          <a:p>
            <a:r>
              <a:rPr lang="en-GB" dirty="0">
                <a:solidFill>
                  <a:schemeClr val="bg1"/>
                </a:solidFill>
              </a:rPr>
              <a:t>Step 3(c)</a:t>
            </a:r>
          </a:p>
        </p:txBody>
      </p:sp>
      <p:sp>
        <p:nvSpPr>
          <p:cNvPr id="4" name="Content Placeholder 2">
            <a:extLst>
              <a:ext uri="{FF2B5EF4-FFF2-40B4-BE49-F238E27FC236}">
                <a16:creationId xmlns:a16="http://schemas.microsoft.com/office/drawing/2014/main" id="{B121D24A-8322-54F7-249E-DA0C2B893D9F}"/>
              </a:ext>
            </a:extLst>
          </p:cNvPr>
          <p:cNvSpPr txBox="1">
            <a:spLocks/>
          </p:cNvSpPr>
          <p:nvPr/>
        </p:nvSpPr>
        <p:spPr>
          <a:xfrm>
            <a:off x="245806" y="1825625"/>
            <a:ext cx="45954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a:t>
            </a:r>
          </a:p>
          <a:p>
            <a:pPr marL="457200" indent="-457200">
              <a:buFont typeface="+mj-lt"/>
              <a:buAutoNum type="arabicPeriod"/>
            </a:pPr>
            <a:r>
              <a:rPr lang="en-GB" sz="2000" dirty="0"/>
              <a:t>Next, carefully place an M6 nut into the slot of the Internal posts</a:t>
            </a:r>
          </a:p>
          <a:p>
            <a:pPr marL="0" indent="0">
              <a:buFont typeface="Arial" panose="020B0604020202020204" pitchFamily="34" charset="0"/>
              <a:buNone/>
            </a:pPr>
            <a:endParaRPr lang="en-GB" sz="2000" dirty="0"/>
          </a:p>
        </p:txBody>
      </p:sp>
      <p:grpSp>
        <p:nvGrpSpPr>
          <p:cNvPr id="7" name="Group 6">
            <a:extLst>
              <a:ext uri="{FF2B5EF4-FFF2-40B4-BE49-F238E27FC236}">
                <a16:creationId xmlns:a16="http://schemas.microsoft.com/office/drawing/2014/main" id="{CCB18601-57B9-3119-9997-A25C4BEB6672}"/>
              </a:ext>
            </a:extLst>
          </p:cNvPr>
          <p:cNvGrpSpPr/>
          <p:nvPr/>
        </p:nvGrpSpPr>
        <p:grpSpPr>
          <a:xfrm>
            <a:off x="5868039" y="1859280"/>
            <a:ext cx="4691929" cy="4328160"/>
            <a:chOff x="5868039" y="1859280"/>
            <a:chExt cx="4691929" cy="4328160"/>
          </a:xfrm>
        </p:grpSpPr>
        <p:pic>
          <p:nvPicPr>
            <p:cNvPr id="6" name="Picture 5">
              <a:extLst>
                <a:ext uri="{FF2B5EF4-FFF2-40B4-BE49-F238E27FC236}">
                  <a16:creationId xmlns:a16="http://schemas.microsoft.com/office/drawing/2014/main" id="{8A04C959-58D4-9BF3-8555-8214BBBFBEF8}"/>
                </a:ext>
              </a:extLst>
            </p:cNvPr>
            <p:cNvPicPr>
              <a:picLocks noChangeAspect="1"/>
            </p:cNvPicPr>
            <p:nvPr/>
          </p:nvPicPr>
          <p:blipFill>
            <a:blip r:embed="rId2">
              <a:extLst>
                <a:ext uri="{28A0092B-C50C-407E-A947-70E740481C1C}">
                  <a14:useLocalDpi xmlns:a14="http://schemas.microsoft.com/office/drawing/2010/main" val="0"/>
                </a:ext>
              </a:extLst>
            </a:blip>
            <a:srcRect b="30815"/>
            <a:stretch>
              <a:fillRect/>
            </a:stretch>
          </p:blipFill>
          <p:spPr>
            <a:xfrm>
              <a:off x="5868039" y="1859280"/>
              <a:ext cx="4691929" cy="4328160"/>
            </a:xfrm>
            <a:prstGeom prst="rect">
              <a:avLst/>
            </a:prstGeom>
          </p:spPr>
        </p:pic>
        <p:sp>
          <p:nvSpPr>
            <p:cNvPr id="5" name="Rectangle 4">
              <a:extLst>
                <a:ext uri="{FF2B5EF4-FFF2-40B4-BE49-F238E27FC236}">
                  <a16:creationId xmlns:a16="http://schemas.microsoft.com/office/drawing/2014/main" id="{C6FFBDEE-A5B5-50BF-84BF-13A6FFDDFA5F}"/>
                </a:ext>
              </a:extLst>
            </p:cNvPr>
            <p:cNvSpPr/>
            <p:nvPr/>
          </p:nvSpPr>
          <p:spPr>
            <a:xfrm>
              <a:off x="7747819" y="4857135"/>
              <a:ext cx="924233" cy="707923"/>
            </a:xfrm>
            <a:prstGeom prst="rect">
              <a:avLst/>
            </a:prstGeom>
            <a:noFill/>
            <a:ln w="28575">
              <a:solidFill>
                <a:srgbClr val="E9713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821440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EA83C-7869-51D6-7EA8-94E27C1AED3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D81EC47-AC40-91F8-CC30-A3545F560274}"/>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0BE50FC0-D641-860D-80C8-A92F5E6B035E}"/>
              </a:ext>
            </a:extLst>
          </p:cNvPr>
          <p:cNvSpPr>
            <a:spLocks noGrp="1"/>
          </p:cNvSpPr>
          <p:nvPr>
            <p:ph type="title"/>
          </p:nvPr>
        </p:nvSpPr>
        <p:spPr/>
        <p:txBody>
          <a:bodyPr/>
          <a:lstStyle/>
          <a:p>
            <a:r>
              <a:rPr lang="en-GB" dirty="0">
                <a:solidFill>
                  <a:schemeClr val="bg1"/>
                </a:solidFill>
              </a:rPr>
              <a:t>Step 3(d)</a:t>
            </a:r>
          </a:p>
        </p:txBody>
      </p:sp>
      <p:pic>
        <p:nvPicPr>
          <p:cNvPr id="4" name="Picture 3">
            <a:extLst>
              <a:ext uri="{FF2B5EF4-FFF2-40B4-BE49-F238E27FC236}">
                <a16:creationId xmlns:a16="http://schemas.microsoft.com/office/drawing/2014/main" id="{CEB14F36-CC5B-B38F-D653-67A36608D210}"/>
              </a:ext>
            </a:extLst>
          </p:cNvPr>
          <p:cNvPicPr>
            <a:picLocks noChangeAspect="1"/>
          </p:cNvPicPr>
          <p:nvPr/>
        </p:nvPicPr>
        <p:blipFill>
          <a:blip r:embed="rId2">
            <a:extLst>
              <a:ext uri="{28A0092B-C50C-407E-A947-70E740481C1C}">
                <a14:useLocalDpi xmlns:a14="http://schemas.microsoft.com/office/drawing/2010/main" val="0"/>
              </a:ext>
            </a:extLst>
          </a:blip>
          <a:srcRect t="12622" b="22074"/>
          <a:stretch>
            <a:fillRect/>
          </a:stretch>
        </p:blipFill>
        <p:spPr>
          <a:xfrm>
            <a:off x="5722295" y="1859280"/>
            <a:ext cx="4970773" cy="4328160"/>
          </a:xfrm>
          <a:prstGeom prst="rect">
            <a:avLst/>
          </a:prstGeom>
        </p:spPr>
      </p:pic>
      <p:sp>
        <p:nvSpPr>
          <p:cNvPr id="5" name="Content Placeholder 2">
            <a:extLst>
              <a:ext uri="{FF2B5EF4-FFF2-40B4-BE49-F238E27FC236}">
                <a16:creationId xmlns:a16="http://schemas.microsoft.com/office/drawing/2014/main" id="{20DF1476-CEBF-9C6C-CF38-C1B40B11472F}"/>
              </a:ext>
            </a:extLst>
          </p:cNvPr>
          <p:cNvSpPr txBox="1">
            <a:spLocks/>
          </p:cNvSpPr>
          <p:nvPr/>
        </p:nvSpPr>
        <p:spPr>
          <a:xfrm>
            <a:off x="245806" y="1825625"/>
            <a:ext cx="459543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a:t>
            </a:r>
          </a:p>
          <a:p>
            <a:pPr marL="457200" indent="-457200">
              <a:buFont typeface="+mj-lt"/>
              <a:buAutoNum type="arabicPeriod"/>
            </a:pPr>
            <a:r>
              <a:rPr lang="en-GB" sz="2000" dirty="0"/>
              <a:t>Afterwards, connect one the internal post to one of the bolts attached to the LED canopy.</a:t>
            </a:r>
          </a:p>
          <a:p>
            <a:pPr marL="0" indent="0">
              <a:buFont typeface="Arial" panose="020B0604020202020204" pitchFamily="34" charset="0"/>
              <a:buNone/>
            </a:pPr>
            <a:endParaRPr lang="en-GB" sz="2000" dirty="0"/>
          </a:p>
        </p:txBody>
      </p:sp>
    </p:spTree>
    <p:extLst>
      <p:ext uri="{BB962C8B-B14F-4D97-AF65-F5344CB8AC3E}">
        <p14:creationId xmlns:p14="http://schemas.microsoft.com/office/powerpoint/2010/main" val="2845746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85749-A395-AE14-C4C8-EA9D8468905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31DC50D-972D-86C7-F8B1-D30BDF552432}"/>
              </a:ext>
            </a:extLst>
          </p:cNvPr>
          <p:cNvPicPr>
            <a:picLocks noChangeAspect="1"/>
          </p:cNvPicPr>
          <p:nvPr/>
        </p:nvPicPr>
        <p:blipFill>
          <a:blip r:embed="rId2">
            <a:extLst>
              <a:ext uri="{28A0092B-C50C-407E-A947-70E740481C1C}">
                <a14:useLocalDpi xmlns:a14="http://schemas.microsoft.com/office/drawing/2010/main" val="0"/>
              </a:ext>
            </a:extLst>
          </a:blip>
          <a:srcRect t="19215" b="6262"/>
          <a:stretch>
            <a:fillRect/>
          </a:stretch>
        </p:blipFill>
        <p:spPr>
          <a:xfrm>
            <a:off x="7653266" y="1444298"/>
            <a:ext cx="4408714" cy="4380661"/>
          </a:xfrm>
          <a:prstGeom prst="rect">
            <a:avLst/>
          </a:prstGeom>
        </p:spPr>
      </p:pic>
      <p:sp>
        <p:nvSpPr>
          <p:cNvPr id="13" name="Rectangle 12">
            <a:extLst>
              <a:ext uri="{FF2B5EF4-FFF2-40B4-BE49-F238E27FC236}">
                <a16:creationId xmlns:a16="http://schemas.microsoft.com/office/drawing/2014/main" id="{A714FD98-EB9A-17F1-312E-EF500D895D9C}"/>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6C96C1C-749C-F327-13CC-2A2C5AD66F23}"/>
              </a:ext>
            </a:extLst>
          </p:cNvPr>
          <p:cNvSpPr>
            <a:spLocks noGrp="1"/>
          </p:cNvSpPr>
          <p:nvPr>
            <p:ph type="title"/>
          </p:nvPr>
        </p:nvSpPr>
        <p:spPr/>
        <p:txBody>
          <a:bodyPr/>
          <a:lstStyle/>
          <a:p>
            <a:r>
              <a:rPr lang="en-GB" dirty="0">
                <a:solidFill>
                  <a:schemeClr val="bg1"/>
                </a:solidFill>
              </a:rPr>
              <a:t>Step 3(e)</a:t>
            </a:r>
          </a:p>
        </p:txBody>
      </p:sp>
      <p:sp>
        <p:nvSpPr>
          <p:cNvPr id="5" name="Content Placeholder 2">
            <a:extLst>
              <a:ext uri="{FF2B5EF4-FFF2-40B4-BE49-F238E27FC236}">
                <a16:creationId xmlns:a16="http://schemas.microsoft.com/office/drawing/2014/main" id="{3EFEB505-1657-0910-6D42-53A146DDB689}"/>
              </a:ext>
            </a:extLst>
          </p:cNvPr>
          <p:cNvSpPr txBox="1">
            <a:spLocks/>
          </p:cNvSpPr>
          <p:nvPr/>
        </p:nvSpPr>
        <p:spPr>
          <a:xfrm>
            <a:off x="245806" y="1825625"/>
            <a:ext cx="403122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 (Tricky):</a:t>
            </a:r>
          </a:p>
          <a:p>
            <a:pPr marL="457200" indent="-457200">
              <a:buFont typeface="+mj-lt"/>
              <a:buAutoNum type="arabicPeriod"/>
            </a:pPr>
            <a:r>
              <a:rPr lang="en-GB" sz="2000" dirty="0"/>
              <a:t>A 2.5 mm hex key M3 tool (or similar) can be used to wedge the M6 nut in place.</a:t>
            </a:r>
          </a:p>
          <a:p>
            <a:pPr marL="0" indent="0">
              <a:buNone/>
            </a:pPr>
            <a:endParaRPr lang="en-GB" sz="2000" dirty="0"/>
          </a:p>
          <a:p>
            <a:pPr marL="0" indent="0">
              <a:buFont typeface="Arial" panose="020B0604020202020204" pitchFamily="34" charset="0"/>
              <a:buNone/>
            </a:pPr>
            <a:endParaRPr lang="en-GB" sz="2000" dirty="0"/>
          </a:p>
        </p:txBody>
      </p:sp>
      <p:pic>
        <p:nvPicPr>
          <p:cNvPr id="10" name="Picture 9">
            <a:extLst>
              <a:ext uri="{FF2B5EF4-FFF2-40B4-BE49-F238E27FC236}">
                <a16:creationId xmlns:a16="http://schemas.microsoft.com/office/drawing/2014/main" id="{A4446916-818C-B67D-A4D2-173D550B2D9D}"/>
              </a:ext>
            </a:extLst>
          </p:cNvPr>
          <p:cNvPicPr>
            <a:picLocks noChangeAspect="1"/>
          </p:cNvPicPr>
          <p:nvPr/>
        </p:nvPicPr>
        <p:blipFill>
          <a:blip r:embed="rId2">
            <a:extLst>
              <a:ext uri="{28A0092B-C50C-407E-A947-70E740481C1C}">
                <a14:useLocalDpi xmlns:a14="http://schemas.microsoft.com/office/drawing/2010/main" val="0"/>
              </a:ext>
            </a:extLst>
          </a:blip>
          <a:srcRect l="39388" t="30942" r="31619" b="48986"/>
          <a:stretch>
            <a:fillRect/>
          </a:stretch>
        </p:blipFill>
        <p:spPr>
          <a:xfrm>
            <a:off x="9389805" y="2133600"/>
            <a:ext cx="1278195" cy="1179871"/>
          </a:xfrm>
          <a:prstGeom prst="rect">
            <a:avLst/>
          </a:prstGeom>
          <a:ln w="38100">
            <a:solidFill>
              <a:srgbClr val="E97132"/>
            </a:solidFill>
            <a:prstDash val="dash"/>
          </a:ln>
        </p:spPr>
      </p:pic>
      <p:pic>
        <p:nvPicPr>
          <p:cNvPr id="12" name="Picture 11">
            <a:extLst>
              <a:ext uri="{FF2B5EF4-FFF2-40B4-BE49-F238E27FC236}">
                <a16:creationId xmlns:a16="http://schemas.microsoft.com/office/drawing/2014/main" id="{D92F2A3E-6609-9D8B-09F0-52B5D3A146DB}"/>
              </a:ext>
            </a:extLst>
          </p:cNvPr>
          <p:cNvPicPr>
            <a:picLocks noChangeAspect="1"/>
          </p:cNvPicPr>
          <p:nvPr/>
        </p:nvPicPr>
        <p:blipFill>
          <a:blip r:embed="rId2">
            <a:extLst>
              <a:ext uri="{28A0092B-C50C-407E-A947-70E740481C1C}">
                <a14:useLocalDpi xmlns:a14="http://schemas.microsoft.com/office/drawing/2010/main" val="0"/>
              </a:ext>
            </a:extLst>
          </a:blip>
          <a:srcRect l="39388" t="30942" r="31619" b="48986"/>
          <a:stretch>
            <a:fillRect/>
          </a:stretch>
        </p:blipFill>
        <p:spPr>
          <a:xfrm>
            <a:off x="4841240" y="2469431"/>
            <a:ext cx="2524596" cy="2330394"/>
          </a:xfrm>
          <a:prstGeom prst="rect">
            <a:avLst/>
          </a:prstGeom>
          <a:ln w="38100">
            <a:solidFill>
              <a:srgbClr val="E97132"/>
            </a:solidFill>
            <a:prstDash val="dash"/>
          </a:ln>
        </p:spPr>
      </p:pic>
    </p:spTree>
    <p:extLst>
      <p:ext uri="{BB962C8B-B14F-4D97-AF65-F5344CB8AC3E}">
        <p14:creationId xmlns:p14="http://schemas.microsoft.com/office/powerpoint/2010/main" val="1254872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18E9-CC5E-366B-50E9-65FA5AFB5319}"/>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90A0BB35-1E8C-E14C-46DA-7AF5A7F6F551}"/>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7F5820-3745-E69B-93A2-A4CF0BC81C80}"/>
              </a:ext>
            </a:extLst>
          </p:cNvPr>
          <p:cNvSpPr>
            <a:spLocks noGrp="1"/>
          </p:cNvSpPr>
          <p:nvPr>
            <p:ph type="title"/>
          </p:nvPr>
        </p:nvSpPr>
        <p:spPr/>
        <p:txBody>
          <a:bodyPr/>
          <a:lstStyle/>
          <a:p>
            <a:r>
              <a:rPr lang="en-GB" dirty="0">
                <a:solidFill>
                  <a:schemeClr val="bg1"/>
                </a:solidFill>
              </a:rPr>
              <a:t>Step 3(f)</a:t>
            </a:r>
          </a:p>
        </p:txBody>
      </p:sp>
      <p:sp>
        <p:nvSpPr>
          <p:cNvPr id="5" name="Content Placeholder 2">
            <a:extLst>
              <a:ext uri="{FF2B5EF4-FFF2-40B4-BE49-F238E27FC236}">
                <a16:creationId xmlns:a16="http://schemas.microsoft.com/office/drawing/2014/main" id="{4BB3DCE6-F3FE-063F-6960-532E55956B19}"/>
              </a:ext>
            </a:extLst>
          </p:cNvPr>
          <p:cNvSpPr txBox="1">
            <a:spLocks/>
          </p:cNvSpPr>
          <p:nvPr/>
        </p:nvSpPr>
        <p:spPr>
          <a:xfrm>
            <a:off x="245806" y="1825625"/>
            <a:ext cx="429292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 (Tricky):</a:t>
            </a:r>
          </a:p>
          <a:p>
            <a:pPr marL="457200" indent="-457200">
              <a:buFont typeface="+mj-lt"/>
              <a:buAutoNum type="arabicPeriod"/>
            </a:pPr>
            <a:r>
              <a:rPr lang="en-GB" sz="2000" dirty="0"/>
              <a:t>Once the M6 nut is securely wedged, a 5 mm hex key M6 tool can be used to tighten the M6 bolt.</a:t>
            </a:r>
          </a:p>
          <a:p>
            <a:pPr marL="0" indent="0">
              <a:buNone/>
            </a:pPr>
            <a:r>
              <a:rPr lang="en-GB" sz="2000" b="1" u="sng" dirty="0"/>
              <a:t>Tip:</a:t>
            </a:r>
          </a:p>
          <a:p>
            <a:r>
              <a:rPr lang="en-GB" sz="2000" dirty="0"/>
              <a:t>Use both hands to secure the nut and tighten the bolt simultaneously, you can also grip onto the post.</a:t>
            </a:r>
          </a:p>
          <a:p>
            <a:endParaRPr lang="en-GB" sz="2000" dirty="0"/>
          </a:p>
          <a:p>
            <a:pPr marL="0" indent="0">
              <a:buFont typeface="Arial" panose="020B0604020202020204" pitchFamily="34" charset="0"/>
              <a:buNone/>
            </a:pPr>
            <a:endParaRPr lang="en-GB" sz="2000" dirty="0"/>
          </a:p>
        </p:txBody>
      </p:sp>
      <p:pic>
        <p:nvPicPr>
          <p:cNvPr id="6" name="Picture 5">
            <a:extLst>
              <a:ext uri="{FF2B5EF4-FFF2-40B4-BE49-F238E27FC236}">
                <a16:creationId xmlns:a16="http://schemas.microsoft.com/office/drawing/2014/main" id="{821F91BF-E055-65C7-D7D4-4936852B5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9632" y="1105759"/>
            <a:ext cx="4116562" cy="5488750"/>
          </a:xfrm>
          <a:prstGeom prst="rect">
            <a:avLst/>
          </a:prstGeom>
        </p:spPr>
      </p:pic>
      <p:pic>
        <p:nvPicPr>
          <p:cNvPr id="9" name="Picture 8">
            <a:extLst>
              <a:ext uri="{FF2B5EF4-FFF2-40B4-BE49-F238E27FC236}">
                <a16:creationId xmlns:a16="http://schemas.microsoft.com/office/drawing/2014/main" id="{A10186EB-F50D-D4B7-1416-629790660B22}"/>
              </a:ext>
            </a:extLst>
          </p:cNvPr>
          <p:cNvPicPr>
            <a:picLocks noChangeAspect="1"/>
          </p:cNvPicPr>
          <p:nvPr/>
        </p:nvPicPr>
        <p:blipFill>
          <a:blip r:embed="rId2">
            <a:extLst>
              <a:ext uri="{28A0092B-C50C-407E-A947-70E740481C1C}">
                <a14:useLocalDpi xmlns:a14="http://schemas.microsoft.com/office/drawing/2010/main" val="0"/>
              </a:ext>
            </a:extLst>
          </a:blip>
          <a:srcRect l="38139" t="45060" r="37977" b="39356"/>
          <a:stretch>
            <a:fillRect/>
          </a:stretch>
        </p:blipFill>
        <p:spPr>
          <a:xfrm>
            <a:off x="9399640" y="3578943"/>
            <a:ext cx="983226" cy="855406"/>
          </a:xfrm>
          <a:prstGeom prst="rect">
            <a:avLst/>
          </a:prstGeom>
          <a:ln w="38100">
            <a:solidFill>
              <a:srgbClr val="E97132"/>
            </a:solidFill>
            <a:prstDash val="dash"/>
          </a:ln>
        </p:spPr>
      </p:pic>
      <p:pic>
        <p:nvPicPr>
          <p:cNvPr id="12" name="Picture 11">
            <a:extLst>
              <a:ext uri="{FF2B5EF4-FFF2-40B4-BE49-F238E27FC236}">
                <a16:creationId xmlns:a16="http://schemas.microsoft.com/office/drawing/2014/main" id="{DE8ADA43-5E53-268C-A423-967DFD60F0A0}"/>
              </a:ext>
            </a:extLst>
          </p:cNvPr>
          <p:cNvPicPr>
            <a:picLocks noChangeAspect="1"/>
          </p:cNvPicPr>
          <p:nvPr/>
        </p:nvPicPr>
        <p:blipFill>
          <a:blip r:embed="rId2">
            <a:extLst>
              <a:ext uri="{28A0092B-C50C-407E-A947-70E740481C1C}">
                <a14:useLocalDpi xmlns:a14="http://schemas.microsoft.com/office/drawing/2010/main" val="0"/>
              </a:ext>
            </a:extLst>
          </a:blip>
          <a:srcRect l="38139" t="45060" r="37977" b="39356"/>
          <a:stretch>
            <a:fillRect/>
          </a:stretch>
        </p:blipFill>
        <p:spPr>
          <a:xfrm>
            <a:off x="5112774" y="3003075"/>
            <a:ext cx="2307060" cy="2007142"/>
          </a:xfrm>
          <a:prstGeom prst="rect">
            <a:avLst/>
          </a:prstGeom>
          <a:ln w="38100">
            <a:solidFill>
              <a:srgbClr val="E97132"/>
            </a:solidFill>
            <a:prstDash val="dash"/>
          </a:ln>
        </p:spPr>
      </p:pic>
    </p:spTree>
    <p:extLst>
      <p:ext uri="{BB962C8B-B14F-4D97-AF65-F5344CB8AC3E}">
        <p14:creationId xmlns:p14="http://schemas.microsoft.com/office/powerpoint/2010/main" val="1620454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8665F-7D1F-3248-9549-CBC4C38A0B5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221861D-C8CC-2026-8592-47C0F00393C3}"/>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91E9B089-605F-C1EB-65F8-C97449275B7D}"/>
              </a:ext>
            </a:extLst>
          </p:cNvPr>
          <p:cNvSpPr>
            <a:spLocks noGrp="1"/>
          </p:cNvSpPr>
          <p:nvPr>
            <p:ph type="title"/>
          </p:nvPr>
        </p:nvSpPr>
        <p:spPr/>
        <p:txBody>
          <a:bodyPr/>
          <a:lstStyle/>
          <a:p>
            <a:r>
              <a:rPr lang="en-GB" dirty="0">
                <a:solidFill>
                  <a:schemeClr val="bg1"/>
                </a:solidFill>
              </a:rPr>
              <a:t>Step 3(g)</a:t>
            </a:r>
          </a:p>
        </p:txBody>
      </p:sp>
      <p:sp>
        <p:nvSpPr>
          <p:cNvPr id="5" name="Content Placeholder 2">
            <a:extLst>
              <a:ext uri="{FF2B5EF4-FFF2-40B4-BE49-F238E27FC236}">
                <a16:creationId xmlns:a16="http://schemas.microsoft.com/office/drawing/2014/main" id="{0CD12611-B43C-2252-F8D0-39647F639366}"/>
              </a:ext>
            </a:extLst>
          </p:cNvPr>
          <p:cNvSpPr txBox="1">
            <a:spLocks/>
          </p:cNvSpPr>
          <p:nvPr/>
        </p:nvSpPr>
        <p:spPr>
          <a:xfrm>
            <a:off x="245806" y="1825625"/>
            <a:ext cx="4292928"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u="sng" dirty="0"/>
              <a:t>TODO:</a:t>
            </a:r>
          </a:p>
          <a:p>
            <a:pPr marL="457200" indent="-457200">
              <a:buFont typeface="+mj-lt"/>
              <a:buAutoNum type="arabicPeriod"/>
            </a:pPr>
            <a:r>
              <a:rPr lang="en-GB" sz="2000" dirty="0"/>
              <a:t>Once tightened, visually inspect the assembly. The post should look like this.</a:t>
            </a:r>
          </a:p>
          <a:p>
            <a:endParaRPr lang="en-GB" sz="2000" dirty="0"/>
          </a:p>
          <a:p>
            <a:pPr marL="0" indent="0">
              <a:buFont typeface="Arial" panose="020B0604020202020204" pitchFamily="34" charset="0"/>
              <a:buNone/>
            </a:pPr>
            <a:endParaRPr lang="en-GB" sz="2000" dirty="0"/>
          </a:p>
        </p:txBody>
      </p:sp>
      <p:pic>
        <p:nvPicPr>
          <p:cNvPr id="7" name="Picture 6">
            <a:extLst>
              <a:ext uri="{FF2B5EF4-FFF2-40B4-BE49-F238E27FC236}">
                <a16:creationId xmlns:a16="http://schemas.microsoft.com/office/drawing/2014/main" id="{2AE6F609-9323-427B-3BA1-5787D73713E5}"/>
              </a:ext>
            </a:extLst>
          </p:cNvPr>
          <p:cNvPicPr>
            <a:picLocks noChangeAspect="1"/>
          </p:cNvPicPr>
          <p:nvPr/>
        </p:nvPicPr>
        <p:blipFill>
          <a:blip r:embed="rId2">
            <a:extLst>
              <a:ext uri="{28A0092B-C50C-407E-A947-70E740481C1C}">
                <a14:useLocalDpi xmlns:a14="http://schemas.microsoft.com/office/drawing/2010/main" val="0"/>
              </a:ext>
            </a:extLst>
          </a:blip>
          <a:srcRect l="11386" t="24652" r="16538" b="26452"/>
          <a:stretch>
            <a:fillRect/>
          </a:stretch>
        </p:blipFill>
        <p:spPr>
          <a:xfrm>
            <a:off x="5869859" y="1825624"/>
            <a:ext cx="4915896" cy="4446445"/>
          </a:xfrm>
          <a:prstGeom prst="rect">
            <a:avLst/>
          </a:prstGeom>
        </p:spPr>
      </p:pic>
    </p:spTree>
    <p:extLst>
      <p:ext uri="{BB962C8B-B14F-4D97-AF65-F5344CB8AC3E}">
        <p14:creationId xmlns:p14="http://schemas.microsoft.com/office/powerpoint/2010/main" val="3801599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2E96A-8860-2CC4-263C-90A6C8AF3E6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9300C9F-1A20-D3FC-BFBD-0194F8F8042C}"/>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6D23BB-6296-5908-9545-0518203FC6C7}"/>
              </a:ext>
            </a:extLst>
          </p:cNvPr>
          <p:cNvSpPr>
            <a:spLocks noGrp="1"/>
          </p:cNvSpPr>
          <p:nvPr>
            <p:ph type="title"/>
          </p:nvPr>
        </p:nvSpPr>
        <p:spPr/>
        <p:txBody>
          <a:bodyPr/>
          <a:lstStyle/>
          <a:p>
            <a:r>
              <a:rPr lang="en-GB" dirty="0">
                <a:solidFill>
                  <a:schemeClr val="bg1"/>
                </a:solidFill>
              </a:rPr>
              <a:t>Step 3(h)</a:t>
            </a:r>
          </a:p>
        </p:txBody>
      </p:sp>
      <p:pic>
        <p:nvPicPr>
          <p:cNvPr id="4" name="Picture 3">
            <a:extLst>
              <a:ext uri="{FF2B5EF4-FFF2-40B4-BE49-F238E27FC236}">
                <a16:creationId xmlns:a16="http://schemas.microsoft.com/office/drawing/2014/main" id="{B71F80B2-6FB3-0BED-6858-AB7DC6D02926}"/>
              </a:ext>
            </a:extLst>
          </p:cNvPr>
          <p:cNvPicPr>
            <a:picLocks noChangeAspect="1"/>
          </p:cNvPicPr>
          <p:nvPr/>
        </p:nvPicPr>
        <p:blipFill>
          <a:blip r:embed="rId3">
            <a:extLst>
              <a:ext uri="{28A0092B-C50C-407E-A947-70E740481C1C}">
                <a14:useLocalDpi xmlns:a14="http://schemas.microsoft.com/office/drawing/2010/main" val="0"/>
              </a:ext>
            </a:extLst>
          </a:blip>
          <a:srcRect l="13444" t="13037" r="14445" b="15703"/>
          <a:stretch>
            <a:fillRect/>
          </a:stretch>
        </p:blipFill>
        <p:spPr>
          <a:xfrm>
            <a:off x="5294070" y="1859280"/>
            <a:ext cx="5839867" cy="4328160"/>
          </a:xfrm>
          <a:prstGeom prst="rect">
            <a:avLst/>
          </a:prstGeom>
        </p:spPr>
      </p:pic>
      <p:sp>
        <p:nvSpPr>
          <p:cNvPr id="3" name="Content Placeholder 2">
            <a:extLst>
              <a:ext uri="{FF2B5EF4-FFF2-40B4-BE49-F238E27FC236}">
                <a16:creationId xmlns:a16="http://schemas.microsoft.com/office/drawing/2014/main" id="{216500D7-1C07-96DD-FA51-2DBB492DCC9D}"/>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Repeat Step 3 (c-g) for the remaining two internal posts.</a:t>
            </a:r>
          </a:p>
          <a:p>
            <a:pPr marL="0" indent="0">
              <a:buNone/>
            </a:pPr>
            <a:endParaRPr lang="en-GB" sz="2000" dirty="0"/>
          </a:p>
        </p:txBody>
      </p:sp>
    </p:spTree>
    <p:extLst>
      <p:ext uri="{BB962C8B-B14F-4D97-AF65-F5344CB8AC3E}">
        <p14:creationId xmlns:p14="http://schemas.microsoft.com/office/powerpoint/2010/main" val="33762205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7BFD0-A76A-B41B-8693-29BE0F9896D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A41CA3F-97DA-3C64-56E9-5265B64EA055}"/>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19D8E6C-58B6-C8D3-4554-76C070FEA03D}"/>
              </a:ext>
            </a:extLst>
          </p:cNvPr>
          <p:cNvSpPr>
            <a:spLocks noGrp="1"/>
          </p:cNvSpPr>
          <p:nvPr>
            <p:ph type="title"/>
          </p:nvPr>
        </p:nvSpPr>
        <p:spPr/>
        <p:txBody>
          <a:bodyPr/>
          <a:lstStyle/>
          <a:p>
            <a:r>
              <a:rPr lang="en-GB" dirty="0">
                <a:solidFill>
                  <a:schemeClr val="bg1"/>
                </a:solidFill>
              </a:rPr>
              <a:t>Step 4(a)</a:t>
            </a:r>
          </a:p>
        </p:txBody>
      </p:sp>
      <p:pic>
        <p:nvPicPr>
          <p:cNvPr id="4" name="Picture 3">
            <a:extLst>
              <a:ext uri="{FF2B5EF4-FFF2-40B4-BE49-F238E27FC236}">
                <a16:creationId xmlns:a16="http://schemas.microsoft.com/office/drawing/2014/main" id="{B2FA1575-D953-98A3-13B4-1300D75C79DE}"/>
              </a:ext>
            </a:extLst>
          </p:cNvPr>
          <p:cNvPicPr>
            <a:picLocks noChangeAspect="1"/>
          </p:cNvPicPr>
          <p:nvPr/>
        </p:nvPicPr>
        <p:blipFill>
          <a:blip r:embed="rId2">
            <a:extLst>
              <a:ext uri="{28A0092B-C50C-407E-A947-70E740481C1C}">
                <a14:useLocalDpi xmlns:a14="http://schemas.microsoft.com/office/drawing/2010/main" val="0"/>
              </a:ext>
            </a:extLst>
          </a:blip>
          <a:srcRect l="3445" t="5324" b="9778"/>
          <a:stretch>
            <a:fillRect/>
          </a:stretch>
        </p:blipFill>
        <p:spPr>
          <a:xfrm>
            <a:off x="4932363" y="1859280"/>
            <a:ext cx="6563281" cy="4328160"/>
          </a:xfrm>
          <a:prstGeom prst="rect">
            <a:avLst/>
          </a:prstGeom>
        </p:spPr>
      </p:pic>
      <p:sp>
        <p:nvSpPr>
          <p:cNvPr id="8" name="Content Placeholder 2">
            <a:extLst>
              <a:ext uri="{FF2B5EF4-FFF2-40B4-BE49-F238E27FC236}">
                <a16:creationId xmlns:a16="http://schemas.microsoft.com/office/drawing/2014/main" id="{9B3BE794-8DB2-A99A-2C37-25AB8E8AAF08}"/>
              </a:ext>
            </a:extLst>
          </p:cNvPr>
          <p:cNvSpPr>
            <a:spLocks noGrp="1"/>
          </p:cNvSpPr>
          <p:nvPr>
            <p:ph idx="1"/>
          </p:nvPr>
        </p:nvSpPr>
        <p:spPr>
          <a:xfrm>
            <a:off x="245806" y="1825625"/>
            <a:ext cx="4595434" cy="4351338"/>
          </a:xfrm>
        </p:spPr>
        <p:txBody>
          <a:bodyPr>
            <a:normAutofit/>
          </a:bodyPr>
          <a:lstStyle/>
          <a:p>
            <a:pPr marL="0" indent="0">
              <a:buNone/>
            </a:pPr>
            <a:r>
              <a:rPr lang="en-GB" sz="2000" b="1" u="sng" dirty="0"/>
              <a:t>What you will need:</a:t>
            </a:r>
          </a:p>
          <a:p>
            <a:r>
              <a:rPr lang="en-GB" sz="2000" dirty="0"/>
              <a:t>LED box holder with LED array attached</a:t>
            </a:r>
          </a:p>
          <a:p>
            <a:r>
              <a:rPr lang="en-GB" sz="2000" dirty="0"/>
              <a:t>LED box hat</a:t>
            </a:r>
          </a:p>
          <a:p>
            <a:r>
              <a:rPr lang="en-GB" sz="2000" dirty="0"/>
              <a:t>Assembly of LED canopy to internal posts</a:t>
            </a:r>
          </a:p>
          <a:p>
            <a:r>
              <a:rPr lang="en-GB" sz="2000" dirty="0"/>
              <a:t>M6x16 mm bolt (x1)</a:t>
            </a:r>
          </a:p>
          <a:p>
            <a:pPr marL="0" indent="0">
              <a:buNone/>
            </a:pPr>
            <a:endParaRPr lang="en-GB" sz="2000" dirty="0"/>
          </a:p>
        </p:txBody>
      </p:sp>
    </p:spTree>
    <p:extLst>
      <p:ext uri="{BB962C8B-B14F-4D97-AF65-F5344CB8AC3E}">
        <p14:creationId xmlns:p14="http://schemas.microsoft.com/office/powerpoint/2010/main" val="179090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244C8-9AB3-0FB1-9CFC-99A0AAF805E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24152E5-97D9-3B54-6A68-E6FFFBB16854}"/>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A2898AD-7488-8408-189F-13CE3E70F0DE}"/>
              </a:ext>
            </a:extLst>
          </p:cNvPr>
          <p:cNvSpPr>
            <a:spLocks noGrp="1"/>
          </p:cNvSpPr>
          <p:nvPr>
            <p:ph type="title"/>
          </p:nvPr>
        </p:nvSpPr>
        <p:spPr/>
        <p:txBody>
          <a:bodyPr/>
          <a:lstStyle/>
          <a:p>
            <a:r>
              <a:rPr lang="en-GB" dirty="0">
                <a:solidFill>
                  <a:schemeClr val="bg1"/>
                </a:solidFill>
              </a:rPr>
              <a:t>Step 4(b)</a:t>
            </a:r>
          </a:p>
        </p:txBody>
      </p:sp>
      <p:pic>
        <p:nvPicPr>
          <p:cNvPr id="4" name="Picture 3">
            <a:extLst>
              <a:ext uri="{FF2B5EF4-FFF2-40B4-BE49-F238E27FC236}">
                <a16:creationId xmlns:a16="http://schemas.microsoft.com/office/drawing/2014/main" id="{E1C21BF8-F45A-D0E7-04F4-2BBEE7AD97D5}"/>
              </a:ext>
            </a:extLst>
          </p:cNvPr>
          <p:cNvPicPr>
            <a:picLocks noChangeAspect="1"/>
          </p:cNvPicPr>
          <p:nvPr/>
        </p:nvPicPr>
        <p:blipFill>
          <a:blip r:embed="rId2">
            <a:extLst>
              <a:ext uri="{28A0092B-C50C-407E-A947-70E740481C1C}">
                <a14:useLocalDpi xmlns:a14="http://schemas.microsoft.com/office/drawing/2010/main" val="0"/>
              </a:ext>
            </a:extLst>
          </a:blip>
          <a:srcRect t="30222" b="9778"/>
          <a:stretch>
            <a:fillRect/>
          </a:stretch>
        </p:blipFill>
        <p:spPr>
          <a:xfrm>
            <a:off x="5508904" y="1859281"/>
            <a:ext cx="5410199" cy="4328159"/>
          </a:xfrm>
          <a:prstGeom prst="rect">
            <a:avLst/>
          </a:prstGeom>
        </p:spPr>
      </p:pic>
      <p:sp>
        <p:nvSpPr>
          <p:cNvPr id="3" name="Content Placeholder 2">
            <a:extLst>
              <a:ext uri="{FF2B5EF4-FFF2-40B4-BE49-F238E27FC236}">
                <a16:creationId xmlns:a16="http://schemas.microsoft.com/office/drawing/2014/main" id="{5998DA33-1A10-5537-996C-DC99C904C5BE}"/>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Screw the M6x16 mm bolt into the LED box hat </a:t>
            </a:r>
          </a:p>
          <a:p>
            <a:pPr marL="0" indent="0">
              <a:buNone/>
            </a:pPr>
            <a:endParaRPr lang="en-GB" sz="2000" dirty="0"/>
          </a:p>
        </p:txBody>
      </p:sp>
    </p:spTree>
    <p:extLst>
      <p:ext uri="{BB962C8B-B14F-4D97-AF65-F5344CB8AC3E}">
        <p14:creationId xmlns:p14="http://schemas.microsoft.com/office/powerpoint/2010/main" val="134351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006E3-1462-222B-A938-C79CF9EEBFA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9559F9B-7368-DFE6-843F-B6A8937775EF}"/>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4D0A402-B8CD-A77C-7C9D-76D34B1C5D00}"/>
              </a:ext>
            </a:extLst>
          </p:cNvPr>
          <p:cNvSpPr>
            <a:spLocks noGrp="1"/>
          </p:cNvSpPr>
          <p:nvPr>
            <p:ph type="title"/>
          </p:nvPr>
        </p:nvSpPr>
        <p:spPr/>
        <p:txBody>
          <a:bodyPr/>
          <a:lstStyle/>
          <a:p>
            <a:r>
              <a:rPr lang="en-GB" dirty="0">
                <a:solidFill>
                  <a:schemeClr val="bg1"/>
                </a:solidFill>
              </a:rPr>
              <a:t>Step 4(c)</a:t>
            </a:r>
          </a:p>
        </p:txBody>
      </p:sp>
      <p:pic>
        <p:nvPicPr>
          <p:cNvPr id="4" name="Picture 3">
            <a:extLst>
              <a:ext uri="{FF2B5EF4-FFF2-40B4-BE49-F238E27FC236}">
                <a16:creationId xmlns:a16="http://schemas.microsoft.com/office/drawing/2014/main" id="{73636653-6111-D1D1-F1A4-00991A6E516F}"/>
              </a:ext>
            </a:extLst>
          </p:cNvPr>
          <p:cNvPicPr>
            <a:picLocks noChangeAspect="1"/>
          </p:cNvPicPr>
          <p:nvPr/>
        </p:nvPicPr>
        <p:blipFill>
          <a:blip r:embed="rId2">
            <a:extLst>
              <a:ext uri="{28A0092B-C50C-407E-A947-70E740481C1C}">
                <a14:useLocalDpi xmlns:a14="http://schemas.microsoft.com/office/drawing/2010/main" val="0"/>
              </a:ext>
            </a:extLst>
          </a:blip>
          <a:srcRect l="16111" t="5325" r="10118" b="6666"/>
          <a:stretch>
            <a:fillRect/>
          </a:stretch>
        </p:blipFill>
        <p:spPr>
          <a:xfrm>
            <a:off x="5796278" y="1860840"/>
            <a:ext cx="4835451" cy="4326600"/>
          </a:xfrm>
          <a:prstGeom prst="rect">
            <a:avLst/>
          </a:prstGeom>
        </p:spPr>
      </p:pic>
      <p:sp>
        <p:nvSpPr>
          <p:cNvPr id="3" name="Content Placeholder 2">
            <a:extLst>
              <a:ext uri="{FF2B5EF4-FFF2-40B4-BE49-F238E27FC236}">
                <a16:creationId xmlns:a16="http://schemas.microsoft.com/office/drawing/2014/main" id="{BCBF0CB9-1499-F6D5-89BC-515405CF892E}"/>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Position the components into the following layout.</a:t>
            </a:r>
          </a:p>
          <a:p>
            <a:pPr marL="0" indent="0">
              <a:buNone/>
            </a:pPr>
            <a:endParaRPr lang="en-GB" sz="2000" dirty="0"/>
          </a:p>
        </p:txBody>
      </p:sp>
    </p:spTree>
    <p:extLst>
      <p:ext uri="{BB962C8B-B14F-4D97-AF65-F5344CB8AC3E}">
        <p14:creationId xmlns:p14="http://schemas.microsoft.com/office/powerpoint/2010/main" val="2173574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CAC27-1417-1543-0C38-F88754413E3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7332B47-EBEC-02DB-1544-450676365EB1}"/>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23F9431-E775-A99D-B770-C8CAE831EFE2}"/>
              </a:ext>
            </a:extLst>
          </p:cNvPr>
          <p:cNvSpPr>
            <a:spLocks noGrp="1"/>
          </p:cNvSpPr>
          <p:nvPr>
            <p:ph type="title"/>
          </p:nvPr>
        </p:nvSpPr>
        <p:spPr/>
        <p:txBody>
          <a:bodyPr/>
          <a:lstStyle/>
          <a:p>
            <a:r>
              <a:rPr lang="en-GB" dirty="0">
                <a:solidFill>
                  <a:schemeClr val="bg1"/>
                </a:solidFill>
              </a:rPr>
              <a:t>Step 4(d)</a:t>
            </a:r>
          </a:p>
        </p:txBody>
      </p:sp>
      <p:sp>
        <p:nvSpPr>
          <p:cNvPr id="3" name="Content Placeholder 2">
            <a:extLst>
              <a:ext uri="{FF2B5EF4-FFF2-40B4-BE49-F238E27FC236}">
                <a16:creationId xmlns:a16="http://schemas.microsoft.com/office/drawing/2014/main" id="{A503710B-4531-355A-AFF2-EAB88E20659E}"/>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Lift the LED box holder up and twist the LED box hat on top until tightly secured.</a:t>
            </a:r>
          </a:p>
          <a:p>
            <a:pPr marL="0" indent="0">
              <a:buNone/>
            </a:pPr>
            <a:endParaRPr lang="en-GB" sz="2000" dirty="0"/>
          </a:p>
        </p:txBody>
      </p:sp>
      <p:grpSp>
        <p:nvGrpSpPr>
          <p:cNvPr id="22" name="Group 21">
            <a:extLst>
              <a:ext uri="{FF2B5EF4-FFF2-40B4-BE49-F238E27FC236}">
                <a16:creationId xmlns:a16="http://schemas.microsoft.com/office/drawing/2014/main" id="{172BD56D-6547-9258-F19E-B07B4AFE6311}"/>
              </a:ext>
            </a:extLst>
          </p:cNvPr>
          <p:cNvGrpSpPr/>
          <p:nvPr/>
        </p:nvGrpSpPr>
        <p:grpSpPr>
          <a:xfrm>
            <a:off x="5511444" y="1859280"/>
            <a:ext cx="5405120" cy="4327687"/>
            <a:chOff x="5511444" y="1859280"/>
            <a:chExt cx="5405120" cy="4327687"/>
          </a:xfrm>
        </p:grpSpPr>
        <p:pic>
          <p:nvPicPr>
            <p:cNvPr id="4" name="Picture 3">
              <a:extLst>
                <a:ext uri="{FF2B5EF4-FFF2-40B4-BE49-F238E27FC236}">
                  <a16:creationId xmlns:a16="http://schemas.microsoft.com/office/drawing/2014/main" id="{8CF3CAD5-5B60-FC60-9867-CF5141A040AB}"/>
                </a:ext>
              </a:extLst>
            </p:cNvPr>
            <p:cNvPicPr>
              <a:picLocks noChangeAspect="1"/>
            </p:cNvPicPr>
            <p:nvPr/>
          </p:nvPicPr>
          <p:blipFill>
            <a:blip r:embed="rId2">
              <a:extLst>
                <a:ext uri="{28A0092B-C50C-407E-A947-70E740481C1C}">
                  <a14:useLocalDpi xmlns:a14="http://schemas.microsoft.com/office/drawing/2010/main" val="0"/>
                </a:ext>
              </a:extLst>
            </a:blip>
            <a:srcRect l="18000" t="9777" r="15111" b="18815"/>
            <a:stretch>
              <a:fillRect/>
            </a:stretch>
          </p:blipFill>
          <p:spPr>
            <a:xfrm>
              <a:off x="5511444" y="1859280"/>
              <a:ext cx="5405120" cy="4327687"/>
            </a:xfrm>
            <a:prstGeom prst="rect">
              <a:avLst/>
            </a:prstGeom>
          </p:spPr>
        </p:pic>
        <p:cxnSp>
          <p:nvCxnSpPr>
            <p:cNvPr id="11" name="Connector: Curved 10">
              <a:extLst>
                <a:ext uri="{FF2B5EF4-FFF2-40B4-BE49-F238E27FC236}">
                  <a16:creationId xmlns:a16="http://schemas.microsoft.com/office/drawing/2014/main" id="{47D84FDE-5320-D670-7FFF-B632F2424E2C}"/>
                </a:ext>
              </a:extLst>
            </p:cNvPr>
            <p:cNvCxnSpPr>
              <a:cxnSpLocks/>
            </p:cNvCxnSpPr>
            <p:nvPr/>
          </p:nvCxnSpPr>
          <p:spPr>
            <a:xfrm flipV="1">
              <a:off x="7413522" y="2330245"/>
              <a:ext cx="835742" cy="737419"/>
            </a:xfrm>
            <a:prstGeom prst="curvedConnector3">
              <a:avLst>
                <a:gd name="adj1" fmla="val -61765"/>
              </a:avLst>
            </a:prstGeom>
            <a:ln w="38100">
              <a:solidFill>
                <a:srgbClr val="E9713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D9B3EB1E-6107-25F8-9AD6-23F18B7BD98D}"/>
                </a:ext>
              </a:extLst>
            </p:cNvPr>
            <p:cNvCxnSpPr>
              <a:cxnSpLocks/>
            </p:cNvCxnSpPr>
            <p:nvPr/>
          </p:nvCxnSpPr>
          <p:spPr>
            <a:xfrm flipV="1">
              <a:off x="7831393" y="2330245"/>
              <a:ext cx="835742" cy="737419"/>
            </a:xfrm>
            <a:prstGeom prst="curvedConnector3">
              <a:avLst>
                <a:gd name="adj1" fmla="val 181764"/>
              </a:avLst>
            </a:prstGeom>
            <a:ln w="38100">
              <a:solidFill>
                <a:srgbClr val="E97132"/>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EF30100-9D17-0044-1573-39A83FBC542F}"/>
                </a:ext>
              </a:extLst>
            </p:cNvPr>
            <p:cNvCxnSpPr>
              <a:cxnSpLocks/>
            </p:cNvCxnSpPr>
            <p:nvPr/>
          </p:nvCxnSpPr>
          <p:spPr>
            <a:xfrm flipV="1">
              <a:off x="7998542" y="4023123"/>
              <a:ext cx="0" cy="1069987"/>
            </a:xfrm>
            <a:prstGeom prst="straightConnector1">
              <a:avLst/>
            </a:prstGeom>
            <a:ln w="38100">
              <a:solidFill>
                <a:srgbClr val="E9713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495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219AA-E7EB-B95D-D4FF-2315DCF3224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50711EB-53AB-195E-C13F-26CC6A58024F}"/>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CED7D37-6FFD-5399-4672-F59B2795BD6F}"/>
              </a:ext>
            </a:extLst>
          </p:cNvPr>
          <p:cNvSpPr>
            <a:spLocks noGrp="1"/>
          </p:cNvSpPr>
          <p:nvPr>
            <p:ph type="title"/>
          </p:nvPr>
        </p:nvSpPr>
        <p:spPr/>
        <p:txBody>
          <a:bodyPr/>
          <a:lstStyle/>
          <a:p>
            <a:r>
              <a:rPr lang="en-GB" dirty="0">
                <a:solidFill>
                  <a:schemeClr val="bg1"/>
                </a:solidFill>
              </a:rPr>
              <a:t>Step 4(e)</a:t>
            </a:r>
          </a:p>
        </p:txBody>
      </p:sp>
      <p:pic>
        <p:nvPicPr>
          <p:cNvPr id="4" name="Picture 3">
            <a:extLst>
              <a:ext uri="{FF2B5EF4-FFF2-40B4-BE49-F238E27FC236}">
                <a16:creationId xmlns:a16="http://schemas.microsoft.com/office/drawing/2014/main" id="{7A686662-CF7A-4BC3-036A-7A9CDA055F9F}"/>
              </a:ext>
            </a:extLst>
          </p:cNvPr>
          <p:cNvPicPr>
            <a:picLocks noChangeAspect="1"/>
          </p:cNvPicPr>
          <p:nvPr/>
        </p:nvPicPr>
        <p:blipFill>
          <a:blip r:embed="rId2">
            <a:extLst>
              <a:ext uri="{28A0092B-C50C-407E-A947-70E740481C1C}">
                <a14:useLocalDpi xmlns:a14="http://schemas.microsoft.com/office/drawing/2010/main" val="0"/>
              </a:ext>
            </a:extLst>
          </a:blip>
          <a:srcRect l="15889" t="3111" r="9223" b="18815"/>
          <a:stretch>
            <a:fillRect/>
          </a:stretch>
        </p:blipFill>
        <p:spPr>
          <a:xfrm>
            <a:off x="5445404" y="1857908"/>
            <a:ext cx="5537200" cy="4329532"/>
          </a:xfrm>
          <a:prstGeom prst="rect">
            <a:avLst/>
          </a:prstGeom>
        </p:spPr>
      </p:pic>
      <p:sp>
        <p:nvSpPr>
          <p:cNvPr id="3" name="Content Placeholder 2">
            <a:extLst>
              <a:ext uri="{FF2B5EF4-FFF2-40B4-BE49-F238E27FC236}">
                <a16:creationId xmlns:a16="http://schemas.microsoft.com/office/drawing/2014/main" id="{19E6FDF4-D8B2-5F3D-CC66-0E8169BEBCBB}"/>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The LED array should now be secured in the Z-axis on the canopy and translatable in X and Y axes.</a:t>
            </a:r>
          </a:p>
          <a:p>
            <a:pPr marL="0" indent="0">
              <a:buNone/>
            </a:pPr>
            <a:endParaRPr lang="en-GB" sz="2000" dirty="0"/>
          </a:p>
        </p:txBody>
      </p:sp>
    </p:spTree>
    <p:extLst>
      <p:ext uri="{BB962C8B-B14F-4D97-AF65-F5344CB8AC3E}">
        <p14:creationId xmlns:p14="http://schemas.microsoft.com/office/powerpoint/2010/main" val="2876057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12950-C9D2-BFC1-829E-9B5D5E57146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3EB044A-A1C8-5E88-7785-405FDF6B8A17}"/>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C5CC8A55-9AA4-EF5E-51AE-338DDEE906DD}"/>
              </a:ext>
            </a:extLst>
          </p:cNvPr>
          <p:cNvSpPr>
            <a:spLocks noGrp="1"/>
          </p:cNvSpPr>
          <p:nvPr>
            <p:ph type="title"/>
          </p:nvPr>
        </p:nvSpPr>
        <p:spPr/>
        <p:txBody>
          <a:bodyPr/>
          <a:lstStyle/>
          <a:p>
            <a:r>
              <a:rPr lang="en-GB" dirty="0">
                <a:solidFill>
                  <a:schemeClr val="bg1"/>
                </a:solidFill>
              </a:rPr>
              <a:t>Step 5(a)</a:t>
            </a:r>
          </a:p>
        </p:txBody>
      </p:sp>
      <p:pic>
        <p:nvPicPr>
          <p:cNvPr id="4" name="Picture 3">
            <a:extLst>
              <a:ext uri="{FF2B5EF4-FFF2-40B4-BE49-F238E27FC236}">
                <a16:creationId xmlns:a16="http://schemas.microsoft.com/office/drawing/2014/main" id="{095156E0-1A0A-C7DF-7092-5B0AEA686B39}"/>
              </a:ext>
            </a:extLst>
          </p:cNvPr>
          <p:cNvPicPr>
            <a:picLocks noChangeAspect="1"/>
          </p:cNvPicPr>
          <p:nvPr/>
        </p:nvPicPr>
        <p:blipFill>
          <a:blip r:embed="rId2">
            <a:extLst>
              <a:ext uri="{28A0092B-C50C-407E-A947-70E740481C1C}">
                <a14:useLocalDpi xmlns:a14="http://schemas.microsoft.com/office/drawing/2010/main" val="0"/>
              </a:ext>
            </a:extLst>
          </a:blip>
          <a:srcRect l="5334" t="9778" b="14667"/>
          <a:stretch>
            <a:fillRect/>
          </a:stretch>
        </p:blipFill>
        <p:spPr>
          <a:xfrm>
            <a:off x="4841239" y="2004451"/>
            <a:ext cx="6745532" cy="4037818"/>
          </a:xfrm>
          <a:prstGeom prst="rect">
            <a:avLst/>
          </a:prstGeom>
        </p:spPr>
      </p:pic>
      <p:sp>
        <p:nvSpPr>
          <p:cNvPr id="8" name="Content Placeholder 2">
            <a:extLst>
              <a:ext uri="{FF2B5EF4-FFF2-40B4-BE49-F238E27FC236}">
                <a16:creationId xmlns:a16="http://schemas.microsoft.com/office/drawing/2014/main" id="{4927812F-B272-CE91-1F94-E9479520CF17}"/>
              </a:ext>
            </a:extLst>
          </p:cNvPr>
          <p:cNvSpPr>
            <a:spLocks noGrp="1"/>
          </p:cNvSpPr>
          <p:nvPr>
            <p:ph idx="1"/>
          </p:nvPr>
        </p:nvSpPr>
        <p:spPr>
          <a:xfrm>
            <a:off x="245806" y="1825625"/>
            <a:ext cx="4404852" cy="4351338"/>
          </a:xfrm>
        </p:spPr>
        <p:txBody>
          <a:bodyPr>
            <a:normAutofit/>
          </a:bodyPr>
          <a:lstStyle/>
          <a:p>
            <a:pPr marL="0" indent="0">
              <a:buNone/>
            </a:pPr>
            <a:r>
              <a:rPr lang="en-GB" sz="2000" b="1" u="sng" dirty="0"/>
              <a:t>What you will need:</a:t>
            </a:r>
          </a:p>
          <a:p>
            <a:r>
              <a:rPr lang="en-GB" sz="2000" dirty="0"/>
              <a:t>Microscope base plate and external posts assembly</a:t>
            </a:r>
          </a:p>
          <a:p>
            <a:r>
              <a:rPr lang="en-GB" sz="2000" dirty="0"/>
              <a:t>Illuminator canopy and internal posts assembly</a:t>
            </a:r>
          </a:p>
          <a:p>
            <a:pPr marL="0" indent="0">
              <a:buNone/>
            </a:pPr>
            <a:endParaRPr lang="en-GB" sz="2000" dirty="0"/>
          </a:p>
        </p:txBody>
      </p:sp>
    </p:spTree>
    <p:extLst>
      <p:ext uri="{BB962C8B-B14F-4D97-AF65-F5344CB8AC3E}">
        <p14:creationId xmlns:p14="http://schemas.microsoft.com/office/powerpoint/2010/main" val="3092069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C761-C065-1DFE-0D3E-1BBDE4FBAD3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605EC83-B185-12F9-4C9E-26FD05F510BF}"/>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8522DB1-AC02-FE6D-FADA-CEAC5F299C61}"/>
              </a:ext>
            </a:extLst>
          </p:cNvPr>
          <p:cNvSpPr>
            <a:spLocks noGrp="1"/>
          </p:cNvSpPr>
          <p:nvPr>
            <p:ph type="title"/>
          </p:nvPr>
        </p:nvSpPr>
        <p:spPr/>
        <p:txBody>
          <a:bodyPr/>
          <a:lstStyle/>
          <a:p>
            <a:r>
              <a:rPr lang="en-GB" dirty="0">
                <a:solidFill>
                  <a:schemeClr val="bg1"/>
                </a:solidFill>
              </a:rPr>
              <a:t>Step 5(b)</a:t>
            </a:r>
          </a:p>
        </p:txBody>
      </p:sp>
      <p:sp>
        <p:nvSpPr>
          <p:cNvPr id="3" name="Content Placeholder 2">
            <a:extLst>
              <a:ext uri="{FF2B5EF4-FFF2-40B4-BE49-F238E27FC236}">
                <a16:creationId xmlns:a16="http://schemas.microsoft.com/office/drawing/2014/main" id="{94D6AF19-E86A-23A9-F1A6-67FC50553612}"/>
              </a:ext>
            </a:extLst>
          </p:cNvPr>
          <p:cNvSpPr>
            <a:spLocks noGrp="1"/>
          </p:cNvSpPr>
          <p:nvPr>
            <p:ph idx="1"/>
          </p:nvPr>
        </p:nvSpPr>
        <p:spPr>
          <a:xfrm>
            <a:off x="245806" y="1825625"/>
            <a:ext cx="4595434" cy="4351338"/>
          </a:xfrm>
        </p:spPr>
        <p:txBody>
          <a:bodyPr>
            <a:normAutofit/>
          </a:bodyPr>
          <a:lstStyle/>
          <a:p>
            <a:pPr marL="0" indent="0">
              <a:buNone/>
            </a:pPr>
            <a:r>
              <a:rPr lang="en-GB" sz="2000" b="1" u="sng" dirty="0"/>
              <a:t>TODO:</a:t>
            </a:r>
          </a:p>
          <a:p>
            <a:pPr marL="457200" indent="-457200">
              <a:buFont typeface="+mj-lt"/>
              <a:buAutoNum type="arabicPeriod"/>
            </a:pPr>
            <a:r>
              <a:rPr lang="en-GB" sz="2000" dirty="0"/>
              <a:t>Insert the internal posts into the external posts.</a:t>
            </a:r>
          </a:p>
          <a:p>
            <a:pPr marL="0" indent="0">
              <a:buNone/>
            </a:pPr>
            <a:endParaRPr lang="en-GB" sz="2000" dirty="0"/>
          </a:p>
        </p:txBody>
      </p:sp>
      <p:pic>
        <p:nvPicPr>
          <p:cNvPr id="6" name="Picture 5">
            <a:extLst>
              <a:ext uri="{FF2B5EF4-FFF2-40B4-BE49-F238E27FC236}">
                <a16:creationId xmlns:a16="http://schemas.microsoft.com/office/drawing/2014/main" id="{E686FD5F-938C-CD6D-A20B-C214BE8964BB}"/>
              </a:ext>
            </a:extLst>
          </p:cNvPr>
          <p:cNvPicPr>
            <a:picLocks noChangeAspect="1"/>
          </p:cNvPicPr>
          <p:nvPr/>
        </p:nvPicPr>
        <p:blipFill>
          <a:blip r:embed="rId2">
            <a:extLst>
              <a:ext uri="{28A0092B-C50C-407E-A947-70E740481C1C}">
                <a14:useLocalDpi xmlns:a14="http://schemas.microsoft.com/office/drawing/2010/main" val="0"/>
              </a:ext>
            </a:extLst>
          </a:blip>
          <a:srcRect l="14111" r="11000" b="5324"/>
          <a:stretch>
            <a:fillRect/>
          </a:stretch>
        </p:blipFill>
        <p:spPr>
          <a:xfrm>
            <a:off x="5928638" y="1859280"/>
            <a:ext cx="4561562" cy="4325109"/>
          </a:xfrm>
          <a:prstGeom prst="rect">
            <a:avLst/>
          </a:prstGeom>
        </p:spPr>
      </p:pic>
    </p:spTree>
    <p:extLst>
      <p:ext uri="{BB962C8B-B14F-4D97-AF65-F5344CB8AC3E}">
        <p14:creationId xmlns:p14="http://schemas.microsoft.com/office/powerpoint/2010/main" val="357079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84F4-D95E-0A4C-1A5A-4C0ADE52C6B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6E9C1D4-D706-6389-17A3-7F62E9DC527A}"/>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EE5C8C0-FB16-8F65-ACD1-A83200403956}"/>
              </a:ext>
            </a:extLst>
          </p:cNvPr>
          <p:cNvSpPr>
            <a:spLocks noGrp="1"/>
          </p:cNvSpPr>
          <p:nvPr>
            <p:ph type="title"/>
          </p:nvPr>
        </p:nvSpPr>
        <p:spPr/>
        <p:txBody>
          <a:bodyPr/>
          <a:lstStyle/>
          <a:p>
            <a:r>
              <a:rPr lang="en-GB" dirty="0">
                <a:solidFill>
                  <a:schemeClr val="bg1"/>
                </a:solidFill>
              </a:rPr>
              <a:t>Step 6(a)</a:t>
            </a:r>
          </a:p>
        </p:txBody>
      </p:sp>
      <p:pic>
        <p:nvPicPr>
          <p:cNvPr id="4" name="Picture 3">
            <a:extLst>
              <a:ext uri="{FF2B5EF4-FFF2-40B4-BE49-F238E27FC236}">
                <a16:creationId xmlns:a16="http://schemas.microsoft.com/office/drawing/2014/main" id="{AB358739-4E3B-A9B9-7688-6AD76102FADE}"/>
              </a:ext>
            </a:extLst>
          </p:cNvPr>
          <p:cNvPicPr>
            <a:picLocks noChangeAspect="1"/>
          </p:cNvPicPr>
          <p:nvPr/>
        </p:nvPicPr>
        <p:blipFill>
          <a:blip r:embed="rId2">
            <a:extLst>
              <a:ext uri="{28A0092B-C50C-407E-A947-70E740481C1C}">
                <a14:useLocalDpi xmlns:a14="http://schemas.microsoft.com/office/drawing/2010/main" val="0"/>
              </a:ext>
            </a:extLst>
          </a:blip>
          <a:srcRect l="3778" t="2963" b="19703"/>
          <a:stretch>
            <a:fillRect/>
          </a:stretch>
        </p:blipFill>
        <p:spPr>
          <a:xfrm>
            <a:off x="6196609" y="1863785"/>
            <a:ext cx="4034790" cy="4323655"/>
          </a:xfrm>
          <a:prstGeom prst="rect">
            <a:avLst/>
          </a:prstGeom>
        </p:spPr>
      </p:pic>
      <p:sp>
        <p:nvSpPr>
          <p:cNvPr id="8" name="Content Placeholder 2">
            <a:extLst>
              <a:ext uri="{FF2B5EF4-FFF2-40B4-BE49-F238E27FC236}">
                <a16:creationId xmlns:a16="http://schemas.microsoft.com/office/drawing/2014/main" id="{2CBE8B84-8F42-3F83-0EE1-2E0261C09921}"/>
              </a:ext>
            </a:extLst>
          </p:cNvPr>
          <p:cNvSpPr>
            <a:spLocks noGrp="1"/>
          </p:cNvSpPr>
          <p:nvPr>
            <p:ph idx="1"/>
          </p:nvPr>
        </p:nvSpPr>
        <p:spPr>
          <a:xfrm>
            <a:off x="245806" y="1825625"/>
            <a:ext cx="4595434" cy="4351338"/>
          </a:xfrm>
        </p:spPr>
        <p:txBody>
          <a:bodyPr>
            <a:normAutofit/>
          </a:bodyPr>
          <a:lstStyle/>
          <a:p>
            <a:pPr marL="0" indent="0">
              <a:buNone/>
            </a:pPr>
            <a:r>
              <a:rPr lang="en-GB" sz="2000" b="1" u="sng" dirty="0"/>
              <a:t>What you will need:</a:t>
            </a:r>
          </a:p>
          <a:p>
            <a:r>
              <a:rPr lang="en-GB" sz="2000" dirty="0"/>
              <a:t>Full illuminator assembly</a:t>
            </a:r>
          </a:p>
          <a:p>
            <a:r>
              <a:rPr lang="en-GB" sz="2000" dirty="0"/>
              <a:t>M6x20 mm bolts (x3)</a:t>
            </a:r>
          </a:p>
          <a:p>
            <a:pPr marL="0" indent="0">
              <a:buNone/>
            </a:pPr>
            <a:endParaRPr lang="en-GB" sz="2000" dirty="0"/>
          </a:p>
        </p:txBody>
      </p:sp>
    </p:spTree>
    <p:extLst>
      <p:ext uri="{BB962C8B-B14F-4D97-AF65-F5344CB8AC3E}">
        <p14:creationId xmlns:p14="http://schemas.microsoft.com/office/powerpoint/2010/main" val="2398084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2439D-59E7-F8FB-4D83-2F4EF28B8D2F}"/>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A3DC4ACF-2201-29F9-D4BF-1ED045DD407F}"/>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63A50D1-2F84-4B51-02DD-099E4EAC0C97}"/>
              </a:ext>
            </a:extLst>
          </p:cNvPr>
          <p:cNvSpPr>
            <a:spLocks noGrp="1"/>
          </p:cNvSpPr>
          <p:nvPr>
            <p:ph type="title"/>
          </p:nvPr>
        </p:nvSpPr>
        <p:spPr/>
        <p:txBody>
          <a:bodyPr/>
          <a:lstStyle/>
          <a:p>
            <a:r>
              <a:rPr lang="en-GB" dirty="0">
                <a:solidFill>
                  <a:schemeClr val="bg1"/>
                </a:solidFill>
              </a:rPr>
              <a:t>Step 6(b)</a:t>
            </a:r>
          </a:p>
        </p:txBody>
      </p:sp>
      <p:pic>
        <p:nvPicPr>
          <p:cNvPr id="4" name="Picture 3">
            <a:extLst>
              <a:ext uri="{FF2B5EF4-FFF2-40B4-BE49-F238E27FC236}">
                <a16:creationId xmlns:a16="http://schemas.microsoft.com/office/drawing/2014/main" id="{4E7B7BF3-BE7E-1A7B-9FDC-9B80EDDA44BD}"/>
              </a:ext>
            </a:extLst>
          </p:cNvPr>
          <p:cNvPicPr>
            <a:picLocks noChangeAspect="1"/>
          </p:cNvPicPr>
          <p:nvPr/>
        </p:nvPicPr>
        <p:blipFill>
          <a:blip r:embed="rId2">
            <a:extLst>
              <a:ext uri="{28A0092B-C50C-407E-A947-70E740481C1C}">
                <a14:useLocalDpi xmlns:a14="http://schemas.microsoft.com/office/drawing/2010/main" val="0"/>
              </a:ext>
            </a:extLst>
          </a:blip>
          <a:srcRect l="14889" r="11341" b="4148"/>
          <a:stretch>
            <a:fillRect/>
          </a:stretch>
        </p:blipFill>
        <p:spPr>
          <a:xfrm>
            <a:off x="7427706" y="1797511"/>
            <a:ext cx="4441416" cy="4328160"/>
          </a:xfrm>
          <a:prstGeom prst="rect">
            <a:avLst/>
          </a:prstGeom>
        </p:spPr>
      </p:pic>
      <p:pic>
        <p:nvPicPr>
          <p:cNvPr id="11" name="Picture 10">
            <a:extLst>
              <a:ext uri="{FF2B5EF4-FFF2-40B4-BE49-F238E27FC236}">
                <a16:creationId xmlns:a16="http://schemas.microsoft.com/office/drawing/2014/main" id="{BF9CF3AE-E289-82C8-4359-D1CFC7BB084D}"/>
              </a:ext>
            </a:extLst>
          </p:cNvPr>
          <p:cNvPicPr>
            <a:picLocks noChangeAspect="1"/>
          </p:cNvPicPr>
          <p:nvPr/>
        </p:nvPicPr>
        <p:blipFill>
          <a:blip r:embed="rId2">
            <a:extLst>
              <a:ext uri="{28A0092B-C50C-407E-A947-70E740481C1C}">
                <a14:useLocalDpi xmlns:a14="http://schemas.microsoft.com/office/drawing/2010/main" val="0"/>
              </a:ext>
            </a:extLst>
          </a:blip>
          <a:srcRect l="22166" t="34763" r="65259" b="52553"/>
          <a:stretch>
            <a:fillRect/>
          </a:stretch>
        </p:blipFill>
        <p:spPr>
          <a:xfrm>
            <a:off x="7865807" y="3367231"/>
            <a:ext cx="757084" cy="572729"/>
          </a:xfrm>
          <a:prstGeom prst="rect">
            <a:avLst/>
          </a:prstGeom>
          <a:ln w="28575">
            <a:solidFill>
              <a:srgbClr val="FFC000"/>
            </a:solidFill>
            <a:prstDash val="dash"/>
          </a:ln>
        </p:spPr>
      </p:pic>
      <p:pic>
        <p:nvPicPr>
          <p:cNvPr id="13" name="Picture 12">
            <a:extLst>
              <a:ext uri="{FF2B5EF4-FFF2-40B4-BE49-F238E27FC236}">
                <a16:creationId xmlns:a16="http://schemas.microsoft.com/office/drawing/2014/main" id="{C236ADA6-7A2B-7752-4F02-DF27246BC20D}"/>
              </a:ext>
            </a:extLst>
          </p:cNvPr>
          <p:cNvPicPr>
            <a:picLocks noChangeAspect="1"/>
          </p:cNvPicPr>
          <p:nvPr/>
        </p:nvPicPr>
        <p:blipFill>
          <a:blip r:embed="rId2">
            <a:extLst>
              <a:ext uri="{28A0092B-C50C-407E-A947-70E740481C1C}">
                <a14:useLocalDpi xmlns:a14="http://schemas.microsoft.com/office/drawing/2010/main" val="0"/>
              </a:ext>
            </a:extLst>
          </a:blip>
          <a:srcRect l="22166" t="34763" r="65259" b="52553"/>
          <a:stretch>
            <a:fillRect/>
          </a:stretch>
        </p:blipFill>
        <p:spPr>
          <a:xfrm>
            <a:off x="4477644" y="2935797"/>
            <a:ext cx="2654784" cy="2008326"/>
          </a:xfrm>
          <a:prstGeom prst="rect">
            <a:avLst/>
          </a:prstGeom>
          <a:ln w="28575">
            <a:solidFill>
              <a:srgbClr val="FFC000"/>
            </a:solidFill>
            <a:prstDash val="dash"/>
          </a:ln>
        </p:spPr>
      </p:pic>
      <p:sp>
        <p:nvSpPr>
          <p:cNvPr id="3" name="Content Placeholder 2">
            <a:extLst>
              <a:ext uri="{FF2B5EF4-FFF2-40B4-BE49-F238E27FC236}">
                <a16:creationId xmlns:a16="http://schemas.microsoft.com/office/drawing/2014/main" id="{3A30B7E6-1D32-C7DA-4942-1BEEBE9F8A1E}"/>
              </a:ext>
            </a:extLst>
          </p:cNvPr>
          <p:cNvSpPr>
            <a:spLocks noGrp="1"/>
          </p:cNvSpPr>
          <p:nvPr>
            <p:ph idx="1"/>
          </p:nvPr>
        </p:nvSpPr>
        <p:spPr>
          <a:xfrm>
            <a:off x="245806" y="1825625"/>
            <a:ext cx="3935669" cy="4351338"/>
          </a:xfrm>
        </p:spPr>
        <p:txBody>
          <a:bodyPr>
            <a:normAutofit/>
          </a:bodyPr>
          <a:lstStyle/>
          <a:p>
            <a:pPr marL="0" indent="0">
              <a:buNone/>
            </a:pPr>
            <a:r>
              <a:rPr lang="en-GB" sz="2000" b="1" u="sng" dirty="0"/>
              <a:t>TODO:</a:t>
            </a:r>
          </a:p>
          <a:p>
            <a:pPr marL="457200" indent="-457200">
              <a:buFont typeface="+mj-lt"/>
              <a:buAutoNum type="arabicPeriod"/>
            </a:pPr>
            <a:r>
              <a:rPr lang="en-GB" sz="2000" dirty="0"/>
              <a:t>Insert the M6x20 mm bolts through the posts for a fixed LED height.</a:t>
            </a:r>
          </a:p>
          <a:p>
            <a:pPr marL="0" indent="0">
              <a:buNone/>
            </a:pPr>
            <a:r>
              <a:rPr lang="en-GB" sz="2000" b="1" u="sng" dirty="0"/>
              <a:t>Note:</a:t>
            </a:r>
          </a:p>
          <a:p>
            <a:r>
              <a:rPr lang="en-GB" sz="2000" dirty="0"/>
              <a:t>The height can be further adjusted once the microscope is attached and is measured from the LED array to the sample plane.</a:t>
            </a:r>
          </a:p>
        </p:txBody>
      </p:sp>
    </p:spTree>
    <p:extLst>
      <p:ext uri="{BB962C8B-B14F-4D97-AF65-F5344CB8AC3E}">
        <p14:creationId xmlns:p14="http://schemas.microsoft.com/office/powerpoint/2010/main" val="1337231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C0D3C-654E-A418-4E72-E04DAF071301}"/>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144CF6D-3139-D7BC-1E05-DC91D7BE31B4}"/>
              </a:ext>
            </a:extLst>
          </p:cNvPr>
          <p:cNvSpPr/>
          <p:nvPr/>
        </p:nvSpPr>
        <p:spPr>
          <a:xfrm>
            <a:off x="0" y="471948"/>
            <a:ext cx="4841240" cy="11307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60CA8B1-923D-B6DD-8B10-F3E98C8C5A5E}"/>
              </a:ext>
            </a:extLst>
          </p:cNvPr>
          <p:cNvSpPr>
            <a:spLocks noGrp="1"/>
          </p:cNvSpPr>
          <p:nvPr>
            <p:ph type="title"/>
          </p:nvPr>
        </p:nvSpPr>
        <p:spPr/>
        <p:txBody>
          <a:bodyPr/>
          <a:lstStyle/>
          <a:p>
            <a:r>
              <a:rPr lang="en-GB">
                <a:solidFill>
                  <a:schemeClr val="bg1"/>
                </a:solidFill>
              </a:rPr>
              <a:t>Finishing </a:t>
            </a:r>
            <a:r>
              <a:rPr lang="en-GB" dirty="0">
                <a:solidFill>
                  <a:schemeClr val="bg1"/>
                </a:solidFill>
              </a:rPr>
              <a:t>Video</a:t>
            </a:r>
          </a:p>
        </p:txBody>
      </p:sp>
      <p:pic>
        <p:nvPicPr>
          <p:cNvPr id="3" name="Video_1">
            <a:hlinkClick r:id="" action="ppaction://media"/>
            <a:extLst>
              <a:ext uri="{FF2B5EF4-FFF2-40B4-BE49-F238E27FC236}">
                <a16:creationId xmlns:a16="http://schemas.microsoft.com/office/drawing/2014/main" id="{98544CD7-B79E-8D76-8EC5-CD2016BCEBA6}"/>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10328" b="21410"/>
          <a:stretch>
            <a:fillRect/>
          </a:stretch>
        </p:blipFill>
        <p:spPr>
          <a:xfrm>
            <a:off x="6328334" y="471948"/>
            <a:ext cx="4841240" cy="5926877"/>
          </a:xfrm>
          <a:prstGeom prst="rect">
            <a:avLst/>
          </a:prstGeom>
        </p:spPr>
      </p:pic>
      <p:sp>
        <p:nvSpPr>
          <p:cNvPr id="4" name="Content Placeholder 2">
            <a:extLst>
              <a:ext uri="{FF2B5EF4-FFF2-40B4-BE49-F238E27FC236}">
                <a16:creationId xmlns:a16="http://schemas.microsoft.com/office/drawing/2014/main" id="{CAD306DF-E1AC-4EDF-1291-DBC7FB223114}"/>
              </a:ext>
            </a:extLst>
          </p:cNvPr>
          <p:cNvSpPr>
            <a:spLocks noGrp="1"/>
          </p:cNvSpPr>
          <p:nvPr>
            <p:ph idx="1"/>
          </p:nvPr>
        </p:nvSpPr>
        <p:spPr>
          <a:xfrm>
            <a:off x="245806" y="1825625"/>
            <a:ext cx="3935669" cy="4351338"/>
          </a:xfrm>
        </p:spPr>
        <p:txBody>
          <a:bodyPr>
            <a:normAutofit/>
          </a:bodyPr>
          <a:lstStyle/>
          <a:p>
            <a:pPr marL="0" indent="0">
              <a:buNone/>
            </a:pPr>
            <a:r>
              <a:rPr lang="en-GB" sz="2000" b="1" u="sng" dirty="0"/>
              <a:t>TODO:</a:t>
            </a:r>
          </a:p>
          <a:p>
            <a:pPr marL="457200" indent="-457200">
              <a:buFont typeface="+mj-lt"/>
              <a:buAutoNum type="arabicPeriod"/>
            </a:pPr>
            <a:r>
              <a:rPr lang="en-GB" sz="2000" dirty="0"/>
              <a:t>You should now be able to translate the LED array as seen in this demo video.</a:t>
            </a:r>
          </a:p>
        </p:txBody>
      </p:sp>
    </p:spTree>
    <p:extLst>
      <p:ext uri="{BB962C8B-B14F-4D97-AF65-F5344CB8AC3E}">
        <p14:creationId xmlns:p14="http://schemas.microsoft.com/office/powerpoint/2010/main" val="3619308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588"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1453</TotalTime>
  <Words>969</Words>
  <Application>Microsoft Office PowerPoint</Application>
  <PresentationFormat>Widescreen</PresentationFormat>
  <Paragraphs>155</Paragraphs>
  <Slides>28</Slides>
  <Notes>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OpenFPM:  Illuminator Assembly Instructions</vt:lpstr>
      <vt:lpstr>Components</vt:lpstr>
      <vt:lpstr>Parts I</vt:lpstr>
      <vt:lpstr>Parts II</vt:lpstr>
      <vt:lpstr>Step 1</vt:lpstr>
      <vt:lpstr>Step 2(a)</vt:lpstr>
      <vt:lpstr>Step 2(b)</vt:lpstr>
      <vt:lpstr>Step 2(c)</vt:lpstr>
      <vt:lpstr>Step 2(d)</vt:lpstr>
      <vt:lpstr>Step 2(e)</vt:lpstr>
      <vt:lpstr>Step 3(a)</vt:lpstr>
      <vt:lpstr>Step 3(b)</vt:lpstr>
      <vt:lpstr>Step 3(c)</vt:lpstr>
      <vt:lpstr>Step 3(d)</vt:lpstr>
      <vt:lpstr>Step 3(e)</vt:lpstr>
      <vt:lpstr>Step 3(f)</vt:lpstr>
      <vt:lpstr>Step 3(g)</vt:lpstr>
      <vt:lpstr>Step 3(h)</vt:lpstr>
      <vt:lpstr>Step 4(a)</vt:lpstr>
      <vt:lpstr>Step 4(b)</vt:lpstr>
      <vt:lpstr>Step 4(c)</vt:lpstr>
      <vt:lpstr>Step 4(d)</vt:lpstr>
      <vt:lpstr>Step 4(e)</vt:lpstr>
      <vt:lpstr>Step 5(a)</vt:lpstr>
      <vt:lpstr>Step 5(b)</vt:lpstr>
      <vt:lpstr>Step 6(a)</vt:lpstr>
      <vt:lpstr>Step 6(b)</vt:lpstr>
      <vt:lpstr>Finishing Video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Lewis Walker</dc:creator>
  <cp:lastModifiedBy>Lewis Walker</cp:lastModifiedBy>
  <cp:revision>1</cp:revision>
  <dcterms:created xsi:type="dcterms:W3CDTF">2026-06-23T09:18:15Z</dcterms:created>
  <dcterms:modified xsi:type="dcterms:W3CDTF">2026-08-11T11:10:00Z</dcterms:modified>
</cp:coreProperties>
</file>